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bd3e0c46d4a9d" /><Relationship Type="http://schemas.openxmlformats.org/officeDocument/2006/relationships/extended-properties" Target="/docProps/app.xml" Id="R8d56f437b37f4d49" /><Relationship Type="http://schemas.openxmlformats.org/officeDocument/2006/relationships/officeDocument" Target="/ppt/presentation.xml" Id="R38c34380e518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0110831524ee8"/>
  </p:sldMasterIdLst>
  <p:notesMasterIdLst>
    <p:notesMasterId xmlns:r="http://schemas.openxmlformats.org/officeDocument/2006/relationships" r:id="R3c936b389ef34a89"/>
  </p:notesMasterIdLst>
  <p:sldIdLst>
    <p:sldId xmlns:r="http://schemas.openxmlformats.org/officeDocument/2006/relationships" id="256" r:id="R4476becc7ee14e21"/>
    <p:sldId xmlns:r="http://schemas.openxmlformats.org/officeDocument/2006/relationships" id="257" r:id="R8e82fbc06a394398"/>
    <p:sldId xmlns:r="http://schemas.openxmlformats.org/officeDocument/2006/relationships" id="258" r:id="R0085e7a64db24fcf"/>
    <p:sldId xmlns:r="http://schemas.openxmlformats.org/officeDocument/2006/relationships" id="259" r:id="R353a689fbfc24c95"/>
    <p:sldId xmlns:r="http://schemas.openxmlformats.org/officeDocument/2006/relationships" id="260" r:id="Rc4c40370fba24441"/>
    <p:sldId xmlns:r="http://schemas.openxmlformats.org/officeDocument/2006/relationships" id="261" r:id="Re5c3355c484748ee"/>
    <p:sldId xmlns:r="http://schemas.openxmlformats.org/officeDocument/2006/relationships" id="262" r:id="R6997c33a164148e6"/>
    <p:sldId xmlns:r="http://schemas.openxmlformats.org/officeDocument/2006/relationships" id="263" r:id="R2d9ace1d7be249ab"/>
    <p:sldId xmlns:r="http://schemas.openxmlformats.org/officeDocument/2006/relationships" id="264" r:id="Rfe3a58d42eb8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8c9445921844ca" /><Relationship Type="http://schemas.openxmlformats.org/officeDocument/2006/relationships/slideMaster" Target="/ppt/slideMasters/slideMaster1.xml" Id="R9f00110831524ee8" /><Relationship Type="http://schemas.openxmlformats.org/officeDocument/2006/relationships/notesMaster" Target="/ppt/notesMasters/notesMaster1.xml" Id="R3c936b389ef34a89" /><Relationship Type="http://schemas.openxmlformats.org/officeDocument/2006/relationships/presProps" Target="/ppt/presProps.xml" Id="R7882a265f27c42f3" /><Relationship Type="http://schemas.openxmlformats.org/officeDocument/2006/relationships/tableStyles" Target="/ppt/tableStyles.xml" Id="Ra2ffaa64cea0423e" /><Relationship Type="http://schemas.openxmlformats.org/officeDocument/2006/relationships/slide" Target="/ppt/slides/slide1.xml" Id="R4476becc7ee14e21" /><Relationship Type="http://schemas.openxmlformats.org/officeDocument/2006/relationships/slide" Target="/ppt/slides/slide2.xml" Id="R8e82fbc06a394398" /><Relationship Type="http://schemas.openxmlformats.org/officeDocument/2006/relationships/slide" Target="/ppt/slides/slide3.xml" Id="R0085e7a64db24fcf" /><Relationship Type="http://schemas.openxmlformats.org/officeDocument/2006/relationships/slide" Target="/ppt/slides/slide4.xml" Id="R353a689fbfc24c95" /><Relationship Type="http://schemas.openxmlformats.org/officeDocument/2006/relationships/slide" Target="/ppt/slides/slide5.xml" Id="Rc4c40370fba24441" /><Relationship Type="http://schemas.openxmlformats.org/officeDocument/2006/relationships/slide" Target="/ppt/slides/slide6.xml" Id="Re5c3355c484748ee" /><Relationship Type="http://schemas.openxmlformats.org/officeDocument/2006/relationships/slide" Target="/ppt/slides/slide7.xml" Id="R6997c33a164148e6" /><Relationship Type="http://schemas.openxmlformats.org/officeDocument/2006/relationships/slide" Target="/ppt/slides/slide8.xml" Id="R2d9ace1d7be249ab" /><Relationship Type="http://schemas.openxmlformats.org/officeDocument/2006/relationships/slide" Target="/ppt/slides/slide9.xml" Id="Rfe3a58d42eb8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ed61b91a7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a2fcf5d0946d0" /><Relationship Type="http://schemas.openxmlformats.org/officeDocument/2006/relationships/notesMaster" Target="/ppt/notesMasters/notesMaster1.xml" Id="Re843f0af858642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05256cbc6f4c5d" /><Relationship Type="http://schemas.openxmlformats.org/officeDocument/2006/relationships/notesMaster" Target="/ppt/notesMasters/notesMaster1.xml" Id="Rd9ef9555513d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4ab586b684292" /><Relationship Type="http://schemas.openxmlformats.org/officeDocument/2006/relationships/notesMaster" Target="/ppt/notesMasters/notesMaster1.xml" Id="R3e9f19aa797949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29ebd0ee7448c" /><Relationship Type="http://schemas.openxmlformats.org/officeDocument/2006/relationships/notesMaster" Target="/ppt/notesMasters/notesMaster1.xml" Id="R0b6fe8b863d348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2a93b3463454f" /><Relationship Type="http://schemas.openxmlformats.org/officeDocument/2006/relationships/notesMaster" Target="/ppt/notesMasters/notesMaster1.xml" Id="R4b81f01d96a043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8e233c092e400c" /><Relationship Type="http://schemas.openxmlformats.org/officeDocument/2006/relationships/notesMaster" Target="/ppt/notesMasters/notesMaster1.xml" Id="R88e221a5df254b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755d5fbb74dc2" /><Relationship Type="http://schemas.openxmlformats.org/officeDocument/2006/relationships/notesMaster" Target="/ppt/notesMasters/notesMaster1.xml" Id="Ra5bfe8a7a4dc4a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6cf568f0a24a94" /><Relationship Type="http://schemas.openxmlformats.org/officeDocument/2006/relationships/notesMaster" Target="/ppt/notesMasters/notesMaster1.xml" Id="R3cf99aa8d71444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5c16596824483b" /><Relationship Type="http://schemas.openxmlformats.org/officeDocument/2006/relationships/notesMaster" Target="/ppt/notesMasters/notesMaster1.xml" Id="R7e81e689791c4f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Pembuka: aplikasi ini membantu guru menyimpan data kelas, mencatat kehadiran, dan membaca rekap melalui alur yang sama. Sampaikan bahwa sesi berfokus pada pekerjaan harian guru, bukan detail teknis.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tiga bagian ini dengan rutinitas guru. Tekankan bahwa alur dimulai dari data yang rapi, lalu dipakai saat absensi, dan berakhir pada rekap yang dapat diperiksa kembali.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alur ini sebagai peta sesi. Setelah login, tunjukkan Data Awal lebih dahulu. Lanjutkan ke Input Absensi, kemudian ke Rekap. Rekap Klasikal dapat diperlihatkan sebagai tampilan tambahan.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menu Data Awal bukan pekerjaan harian. Biasanya data disiapkan pada awal semester atau saat ada perubahan kelas. Tunjukkan tombol Tambah, Unduh Template Excel, dan Impor Excel/CSV.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bahwa guru dapat melihat ringkasan buat, ubah, tetap, serta pesan kesalahan sebelum menerapkan data. Tekankan tombol Terapkan Data baru aktif setelah pratinjau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Saat demo, pilih tahun ajaran, kelas, lalu tanggal. Klik pencarian untuk memuat siswa. Jelaskan bahwa urutan ini membantu mencegah pencatatan pada kelas atau tanggal yang keliru.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apps/school-administration-ui/src/components/includes/pages/absensi/absensi-input/absensi-input.riot</a:t>
            </a:r>
          </a:p>
          <a:p xmlns:a="http://schemas.openxmlformats.org/drawingml/2006/main">
            <a:r>
              <a:t>- apps/school-administration-ui/src/components/includes/pages/absensi/absensi-table/absensi-table.riot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filter rentang tanggal pada halaman Rekap. Setelah hasil muncul, arahkan perhatian ke tabel dan tombol unduh. Buka Rekap Klasikal bila waktu demo cukup.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  <a:p xmlns:a="http://schemas.openxmlformats.org/drawingml/2006/main">
            <a:r>
              <a:t>- apps/school-administration-ui/src/components/includes/pages/absensi/rekap/rekap-klasikal.riot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demo ini dapat diselesaikan sekitar lima menit. Gunakan akun dan data pengembangan lokal. Jangan menampilkan atau mengubah data produksi selama latihan.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apps/school-administration-ui/src/components/includes/pages/login/login.riot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 uji coba terbatas. Minta guru memberi masukan tentang kejelasan alur, bagian yang memperlambat pekerjaan, dan bentuk rekap yang paling berguna.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2b0b9b76946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b245903884223" /><Relationship Type="http://schemas.openxmlformats.org/officeDocument/2006/relationships/slideLayout" Target="/ppt/slideLayouts/slideLayout1.xml" Id="Ra52a153d1e2943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a153d1e2943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f63d4b870484e" /><Relationship Type="http://schemas.openxmlformats.org/officeDocument/2006/relationships/notesSlide" Target="/ppt/notesSlides/notesSlide1.xml" Id="R359cfaea297645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bcb360fb2458f" /><Relationship Type="http://schemas.openxmlformats.org/officeDocument/2006/relationships/notesSlide" Target="/ppt/notesSlides/notesSlide2.xml" Id="R6dd46daa483b4c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4df30494045da" /><Relationship Type="http://schemas.openxmlformats.org/officeDocument/2006/relationships/notesSlide" Target="/ppt/notesSlides/notesSlide3.xml" Id="Refb38fe3f9ad40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9147141f44402" /><Relationship Type="http://schemas.openxmlformats.org/officeDocument/2006/relationships/notesSlide" Target="/ppt/notesSlides/notesSlide4.xml" Id="R3b4a806796734d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dc732e162448d" /><Relationship Type="http://schemas.openxmlformats.org/officeDocument/2006/relationships/notesSlide" Target="/ppt/notesSlides/notesSlide5.xml" Id="R3c4f42a5e01742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287333b7140b1" /><Relationship Type="http://schemas.openxmlformats.org/officeDocument/2006/relationships/notesSlide" Target="/ppt/notesSlides/notesSlide6.xml" Id="Rd6d8e805dbca44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adab56d9544d2" /><Relationship Type="http://schemas.openxmlformats.org/officeDocument/2006/relationships/notesSlide" Target="/ppt/notesSlides/notesSlide7.xml" Id="Rd182c5a0087d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04f965a3242fe" /><Relationship Type="http://schemas.openxmlformats.org/officeDocument/2006/relationships/notesSlide" Target="/ppt/notesSlides/notesSlide8.xml" Id="R43a5a15b4d224d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b3d03ac254c28" /><Relationship Type="http://schemas.openxmlformats.org/officeDocument/2006/relationships/notesSlide" Target="/ppt/notesSlides/notesSlide9.xml" Id="R10809a0f83ba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C7CDA-E415-4AD8-B06B-D1858C16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51956-18F9-4B56-AA55-7FE8E704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 Administrasi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Sekolah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EF019-C861-435C-8FBC-4FC14FAA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Absensi dan data kelas yang siap dipakai setiap hari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74B0-9C32-4D5B-92A8-21D13F6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01B10-CF98-42F7-9CBE-7118415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Pengenalan untuk guru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3BCD5-019A-44C8-90DB-A831DFE3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Data Awal   /   Input Absensi   /   Rekap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889A2-087A-4C3E-9D17-833C0F0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87281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3C3D6-0ADF-4883-9E12-38A3C89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MENGAPA APLIKASI INI BERGUNA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E6AFD-384A-472E-A6A7-ACC0EA5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Satu alur untuk pekerjaan administrasi kelas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7BBAA-9FC2-4A21-88E5-03D1C62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F4A3B-B3B4-420C-8D48-08614C7C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EFA80-F459-473C-BA3D-B39974B0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Menyiapkan data kelas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BBCAF-72DB-40DF-B4A1-54896A1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Tahun ajaran, jenis kehadiran, siswa, dan penempatan kelas tersimpan sebagai data awal.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C556A-DF25-4AFE-8AEC-48052E28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CFBFB-095E-4B19-9D36-80AD669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9608A-A226-4366-8307-1E7EABF9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Mencatat kehadiran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FC248-2253-4647-A6BC-3E3D814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Guru memilih tahun ajaran, kelas, dan tanggal sebelum membuka daftar siswa.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28961-5E8A-4061-912F-A9C59F02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A8E53-28AC-40AB-9EC4-03C09C7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57F1-A508-4942-92C4-9B38972E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Membaca dan membagikan rekap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13DB4-E6DA-4A11-9837-B5243840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Rekap dapat difilter menurut periode dan kelas, lalu diekspor untuk kebutuhan lanjutan.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CCE40-404D-4F2E-8D3F-3EE685C0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B512A-A3A9-41E7-9125-D74391F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5539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F3401-CD1E-4905-9F83-1615A68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NAVIGASI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BC28-0988-4D66-A60D-A2A0B5B7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Alur utama aplikasi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D81A4-EF6F-4671-B063-809EA087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4B37-3306-4905-81BF-EEC3848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469BC-EC22-48C2-971F-40605F5D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EA9A4-ACCA-4232-907B-DE4079C6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18CAE-F14D-4A78-AC26-075A3A0D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Masuk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710FB-3452-4D88-9283-0C2DDA0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Gunakan akun guru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795E3-819C-4540-9D50-D7A9F6F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96522-65DF-48E5-A883-E4B814C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A9A04-D864-4F3B-8616-317B8E9A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Data Awal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60323-D27B-4477-9E54-8161114B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Siapkan referensi kelas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AC41E-843F-481B-A07D-BC47815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0E24E-3777-421D-8A5E-37A15BD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78E1B-CD52-40DC-9470-3415CE7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Input Absensi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24E8B-EBE1-4222-A7E1-F3B5628E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Pilih kelas dan tanggal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453F9-A68B-41EB-90F3-7316861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5ED72-1FA8-4DFD-BD04-25D7B254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79210-4783-4A38-B6AD-B6E8D85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85245-4580-46AD-95CD-9E3F831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Periksa hasil dan ekspor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06027-4893-4E7A-B059-38E8083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Menu guru juga menyediakan Home, Rekap Klasikal, About, dan Keluar.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66A35-1B6E-4CD0-8733-8E8B1E4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F7BF0-6784-4A5B-8D19-26A0D3E1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4134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F0305-7504-4E9C-A258-70399939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PERSIAPAN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D1824-63BE-4149-83CA-3D0FD617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Data Awal membentuk dasar absensi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54119-CEB2-44E3-BD93-D3B374E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5487A-3E88-4BA6-9C76-A169B876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Empat jenis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A8FA6-AC9C-4D8F-96FB-2B3B2A3E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CAC4B-22EB-4AD2-BA7D-9E366511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Tahun ajaran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0E1EE-4A7D-4CB4-BE06-DB69A8A5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Contoh: 2026/2027 - 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5B477-B3ED-45F5-9CDB-C838C08B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FB150-91F3-4F84-8490-7278F5E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Jenis kehadiran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77AC2-67BF-4537-89A5-966EE2ED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Label dan warna untuk grafik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E3C7E-2507-4705-BF4C-9966D674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A1481-AB7C-4942-B189-05F2DDE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Siswa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D6745-5600-4804-BE50-34D7F5A5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ID alternatif dan nama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CC1A3-C9FE-43C0-9C94-AF686945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6AC09-DB77-4180-A8F4-8D6C611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Penempatan kelas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505F2-83CC-484B-A58B-A22B858A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Satu kelas aktif per tahun ajaran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3DBF7-F087-461A-8584-07DEEE5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3D378-E272-464E-8BB9-D46C8374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Cara memasukkan data siswa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24DBF-12D6-4E85-BD7B-359615A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Formulir langsung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AEDC7-6604-412F-BDDA-AE6F5A14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Cocok untuk penambahan atau perubahan sedikit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AF4AA-6CB2-405A-8613-2D0E1C6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5C7BC-1B07-4D56-8072-5C73E1B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Impor Excel atau 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38A5D-AD6E-40EB-ABCA-037AA87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Cocok untuk daftar siswa dalam jumlah banyak. Template Excel tersedia di aplikasi.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B32E3-C6B9-415F-A275-C38A2FE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ECC5C5-333C-4318-B1DB-8BC8CD0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3238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70A4-FEFB-4C64-9E38-E25140CE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VALIDASI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8C0BC-D2BC-4C8F-BF34-2E332C3B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Pratinjau membantu mencegah perubahan yang tidak disengaja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5199B-2C6F-4D5E-A27D-993569BB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20764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Tahap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Yang dilakukan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Hasil yang diperiksa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Siapkan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Isi formulir atau impor 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Nama kolom dan data kelas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Validasi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Klik Validasi &amp; Pratinjau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Buat, ubah, tetap, atau kesalahan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Perbaiki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Koreksi baris yang bermasalah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Pratinjau harus valid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Terapkan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Konfirmasi Terapkan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lain tidak ikut terhapus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3B758-886B-4A82-95BD-32A68998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Batas impor: 5.000 baris per proses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90938-B9BE-4DE5-A8DB-5172869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Baris yang tidak dicantumkan tidak dihapus.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1542E-4AB7-4488-8361-D62167A8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C86D5-23A1-45AE-9DAD-FDE31E2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041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47F7D-F869-48B5-B266-142BF5DA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PEKERJAAN HARIAN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2952E-9403-45B4-AA46-CA866478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Input absensi dimulai dari kelas dan tanggal yang tepat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6AB26-7B6C-46D1-B135-0662667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CFA18-4926-4522-A9B5-7F013908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32063-FD84-4766-A342-3220DAA7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TAHUN 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7B3D0-E25A-4B93-8F89-506647B5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2026/2027 - Semester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54653-FB07-407B-B11D-BA77D1E5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KELAS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0DD51-EC27-488D-8BBA-32BA3FCC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KELAS I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B1140-57D5-4437-B6C3-C4317A4F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TANGGAL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8F760-4CBB-4DEE-A228-F79094E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2026-08-26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64998-7F8B-4297-B835-00DE3F7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Daftar siswa muncul setelah pencarian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3BA77-124C-4438-B850-54650B6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697C4-7334-4DA2-A3AA-078ACE11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Pastikan tahun ajaran dan kelas sesuai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3EBDF-6042-40DD-8CD2-1794417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0E60F-B7A1-4AEF-A883-59EE675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Periksa tanggal sebelum mencatat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8B962-0B6D-4627-8560-356BB564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31443-8434-46DF-9DD0-189864E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Simpan dan cek pesan berhasil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0E843-A54B-49D6-BE59-35D3466D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42361-EF1D-405C-B439-DABFE7A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Kebiasaan aman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A69A5-EC4E-416E-94FF-465F84D0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Sebutkan kelas dan tanggal saat memeriksa ulang bersama rekan guru.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39200-2E90-4528-970B-C030478B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C7001-4D4E-4AC5-8A5A-F36B7D9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8115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80F6E-905A-4DCB-8C08-B989AF8F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PEMANTAUAN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91DFC-15BD-4880-93EF-00791BC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 mengubah catatan harian menjadi informasi kelas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3818F-EDF2-494D-AFF3-F09C18C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9EA86-6189-4AAC-9425-2ECA4B24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Filter yang tersedia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74B43-98FA-4118-9970-40BFF058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Tahun ajaran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Kelas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Tanggal awal dan akhir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DB758-C9DB-4FC3-B00A-44C46B9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4BEDD-E9E0-4D78-9131-5F1417D3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Hasil yang dapat dipakai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0B0A6-E84B-430D-ABD6-52E259F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 per siswa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3CC9D-5703-4B8B-808A-4875C225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Lihat status kehadiran pada rentang tanggal yang dipilih.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85EBC-1A26-49FF-A012-D4BA6B1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Ekspor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A1CD2-021B-451F-ABC1-AA1DBD3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Bawa data ke kebutuhan administrasi atau pelaporan lanjutan.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05C4F-20E6-4EF4-9193-577B0666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 Klasikal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D1FD0-C7B9-43A5-BF30-46E58E16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Lihat ringkasan kehadiran kelas dalam tampilan terpisah.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21F1F-BCE2-4FF9-A7AE-829D7B0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A6C36-6037-4151-8FE3-873AD41B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1607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FFCEB-C335-40EF-94D5-1EF0EDFF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 singkat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0EEE3-7F5D-467C-921A-B02CE2DA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Satu kelas, satu tanggal, satu rekap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766F2-D434-44E1-B224-4BEC7D04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857B6-2DF8-4ED8-9324-9EA1DE77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Masuk sebagai guru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B5F90-DA02-4A3F-9357-BFCA178F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Perlihatkan profil dan menu utama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F8986-BC84-47BB-8441-96C625E7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920DE-D886-4946-8DFC-C32E6289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B0D5F-4EFB-4D49-89E6-25C9CFAB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Buka Data Awal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BCCC0-13CD-4533-9100-774B46E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Tunjukkan siswa dan penempatan kelas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8FB90-5A41-4200-9226-368D318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388F2-D0E0-413F-ACEA-958256E2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DF052-8BAF-44D5-B076-92A9BB46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Isi absensi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EBC6A-CD1C-431C-AC33-357F0615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Pilih kelas, tanggal, dan simpan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658FC-B4FB-4FD1-8032-5E858CF9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98DE7-BC72-4193-889A-107189F0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ED32C-4791-4FF3-AD1D-895C826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Buka Rekap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9E10A-67EF-4B1B-B800-F86B576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Filter periode dan unduh hasil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A30CF-8B0A-4E6C-AFA7-7C195369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rPr>
              <a:t>Gunakan data contoh. Hindari mengubah data sekolah yang sedang dipakai.</a:t>
            </a:r>
          </a:p>
        </p:txBody>
      </p:sp>
    </p:spTree>
    <p:extLst>
      <p:ext uri="{BB962C8B-B14F-4D97-AF65-F5344CB8AC3E}">
        <p14:creationId xmlns:p14="http://schemas.microsoft.com/office/powerpoint/2010/main" val="1070294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1B4E3-CA89-48DD-8D2D-7399C5F5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LANGKAH BERIKUTNYA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56E4F-17F7-43AF-91BB-21EAD6FF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Mulai dengan satu kelas dan satu minggu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AC65D-4773-401E-A23B-7076454C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1A505-933C-439C-B853-301E5AB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E3E6A-2F63-4807-AB67-CEB9AAE3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Pastikan Data Awal sudah benar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D49B4-03CE-44B9-86BF-0C68BD8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Periksa tahun ajaran, jenis kehadiran, dan daftar siswa.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93BF3-1E82-4936-B646-88DF0CB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C42BD-3554-47A3-8C9C-DDB10F5A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4B37-4045-4715-8AD9-EE1BE0C5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Gunakan absensi pada kegiatan nyata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70C51-8C79-4FEE-8E69-AF9CCA8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Catat kendala yang muncul saat kelas berlangsung.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92935-B7C5-4B13-8FB4-9698ABB2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0D3F7-A902-442C-A1F0-2F04D05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5622-E430-4DC0-9D7C-35C8B663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Tinjau rekap bersama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309A1-EDBD-4F52-9FD3-435AE08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Sepakati perbaikan alur sebelum penggunaan diperluas.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E75EB-0FCB-4064-9E6D-965660F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4683C-BB50-4871-8647-94226B6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Fokus sesi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C4B87-F0C8-44AC-9EFD-6FFBFCB2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Apakah alurnya jelas?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Apa yang memperlambat guru?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Rekap apa yang paling dibutuhkan?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44CB5-7E81-4C2F-8900-E5CD27C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BE9A0-4782-408D-98B4-CAD745BF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922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2026-09-05T02:10:49.7790000Z</dcterms:created>
  <dcterms:modified xsi:type="dcterms:W3CDTF">2026-09-05T02:10:49.7790000Z</dcterms:modified>
</coreProperties>
</file>