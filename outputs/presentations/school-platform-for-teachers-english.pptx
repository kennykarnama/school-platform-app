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0e54beeb9c4d9c" /><Relationship Type="http://schemas.openxmlformats.org/officeDocument/2006/relationships/extended-properties" Target="/docProps/app.xml" Id="Rdee06301696d4e78" /><Relationship Type="http://schemas.openxmlformats.org/officeDocument/2006/relationships/officeDocument" Target="/ppt/presentation.xml" Id="R6fe66026ac7a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cc4ea74db04954"/>
  </p:sldMasterIdLst>
  <p:notesMasterIdLst>
    <p:notesMasterId xmlns:r="http://schemas.openxmlformats.org/officeDocument/2006/relationships" r:id="R6b5998d36c7647b0"/>
  </p:notesMasterIdLst>
  <p:sldIdLst>
    <p:sldId xmlns:r="http://schemas.openxmlformats.org/officeDocument/2006/relationships" id="256" r:id="R0c8f3dd1584340f5"/>
    <p:sldId xmlns:r="http://schemas.openxmlformats.org/officeDocument/2006/relationships" id="257" r:id="R4fedd995a06b4084"/>
    <p:sldId xmlns:r="http://schemas.openxmlformats.org/officeDocument/2006/relationships" id="258" r:id="Rf8c76d721cee4c2b"/>
    <p:sldId xmlns:r="http://schemas.openxmlformats.org/officeDocument/2006/relationships" id="259" r:id="R5c9d1130799f478a"/>
    <p:sldId xmlns:r="http://schemas.openxmlformats.org/officeDocument/2006/relationships" id="260" r:id="Re87d2ed91fc34a82"/>
    <p:sldId xmlns:r="http://schemas.openxmlformats.org/officeDocument/2006/relationships" id="261" r:id="R52a4845e6ea1447e"/>
    <p:sldId xmlns:r="http://schemas.openxmlformats.org/officeDocument/2006/relationships" id="262" r:id="R004954dc432a4ff0"/>
    <p:sldId xmlns:r="http://schemas.openxmlformats.org/officeDocument/2006/relationships" id="263" r:id="R6e1cc4c3f6b140e9"/>
    <p:sldId xmlns:r="http://schemas.openxmlformats.org/officeDocument/2006/relationships" id="264" r:id="R0b88288dbe3449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40c4c52ed46cd" /><Relationship Type="http://schemas.openxmlformats.org/officeDocument/2006/relationships/slideMaster" Target="/ppt/slideMasters/slideMaster1.xml" Id="Rf8cc4ea74db04954" /><Relationship Type="http://schemas.openxmlformats.org/officeDocument/2006/relationships/notesMaster" Target="/ppt/notesMasters/notesMaster1.xml" Id="R6b5998d36c7647b0" /><Relationship Type="http://schemas.openxmlformats.org/officeDocument/2006/relationships/presProps" Target="/ppt/presProps.xml" Id="Re1caeeae936b4873" /><Relationship Type="http://schemas.openxmlformats.org/officeDocument/2006/relationships/tableStyles" Target="/ppt/tableStyles.xml" Id="Rfed49d1f087a47ea" /><Relationship Type="http://schemas.openxmlformats.org/officeDocument/2006/relationships/slide" Target="/ppt/slides/slide1.xml" Id="R0c8f3dd1584340f5" /><Relationship Type="http://schemas.openxmlformats.org/officeDocument/2006/relationships/slide" Target="/ppt/slides/slide2.xml" Id="R4fedd995a06b4084" /><Relationship Type="http://schemas.openxmlformats.org/officeDocument/2006/relationships/slide" Target="/ppt/slides/slide3.xml" Id="Rf8c76d721cee4c2b" /><Relationship Type="http://schemas.openxmlformats.org/officeDocument/2006/relationships/slide" Target="/ppt/slides/slide4.xml" Id="R5c9d1130799f478a" /><Relationship Type="http://schemas.openxmlformats.org/officeDocument/2006/relationships/slide" Target="/ppt/slides/slide5.xml" Id="Re87d2ed91fc34a82" /><Relationship Type="http://schemas.openxmlformats.org/officeDocument/2006/relationships/slide" Target="/ppt/slides/slide6.xml" Id="R52a4845e6ea1447e" /><Relationship Type="http://schemas.openxmlformats.org/officeDocument/2006/relationships/slide" Target="/ppt/slides/slide7.xml" Id="R004954dc432a4ff0" /><Relationship Type="http://schemas.openxmlformats.org/officeDocument/2006/relationships/slide" Target="/ppt/slides/slide8.xml" Id="R6e1cc4c3f6b140e9" /><Relationship Type="http://schemas.openxmlformats.org/officeDocument/2006/relationships/slide" Target="/ppt/slides/slide9.xml" Id="R0b88288dbe34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db044d4804b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6dbb3bf866444f" /><Relationship Type="http://schemas.openxmlformats.org/officeDocument/2006/relationships/notesMaster" Target="/ppt/notesMasters/notesMaster1.xml" Id="R7b23369323614d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b6e02578ee46a5" /><Relationship Type="http://schemas.openxmlformats.org/officeDocument/2006/relationships/notesMaster" Target="/ppt/notesMasters/notesMaster1.xml" Id="R1f78df960847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975573de004dd3" /><Relationship Type="http://schemas.openxmlformats.org/officeDocument/2006/relationships/notesMaster" Target="/ppt/notesMasters/notesMaster1.xml" Id="R0aca5b45e97947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31980bcce849b7" /><Relationship Type="http://schemas.openxmlformats.org/officeDocument/2006/relationships/notesMaster" Target="/ppt/notesMasters/notesMaster1.xml" Id="R4f2221bf87e142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0067a77a2c4361" /><Relationship Type="http://schemas.openxmlformats.org/officeDocument/2006/relationships/notesMaster" Target="/ppt/notesMasters/notesMaster1.xml" Id="Rb41a808e3304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a3c8ff157642ae" /><Relationship Type="http://schemas.openxmlformats.org/officeDocument/2006/relationships/notesMaster" Target="/ppt/notesMasters/notesMaster1.xml" Id="R22566773ee724e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2269a38d05493c" /><Relationship Type="http://schemas.openxmlformats.org/officeDocument/2006/relationships/notesMaster" Target="/ppt/notesMasters/notesMaster1.xml" Id="R0b88eb5bb92744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1bfaa952ed46bb" /><Relationship Type="http://schemas.openxmlformats.org/officeDocument/2006/relationships/notesMaster" Target="/ppt/notesMasters/notesMaster1.xml" Id="Rca46f336dec043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8a57219a8e4e1e" /><Relationship Type="http://schemas.openxmlformats.org/officeDocument/2006/relationships/notesMaster" Target="/ppt/notesMasters/notesMaster1.xml" Id="Rd33c74d7b899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application helps teachers maintain class records, enter attendance, and review reports through one workflow. Keep the session focused on daily teaching tasks rather than technical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these three parts to a teacher's routine. The process begins with clean records, continues with daily attendance, and ends with reports that teachers can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workflow as the map for the session. After signing in, show Initial Data first. Continue to Attendance Entry, then Reports. Show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Initial Data is not a daily task. Schools usually prepare it at the beginning of a semester or when class assignments change. Show the Add, Download Excel Template, and Import Excel/CSV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teachers can review create, update, unchanged, and error results before applying records. The Apply Data button becomes available only after the preview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demo, select the academic year, class, and date. Search to load the students. Explain how this order helps prevent entries under the wrong class or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apps/school-administration-ui/src/components/includes/pages/absensi/absensi-input/absensi-input.riot</a:t>
            </a:r>
          </a:p>
          <a:p xmlns:a="http://schemas.openxmlformats.org/drawingml/2006/main">
            <a:r>
              <a:t>- apps/school-administration-ui/src/components/includes/pages/absensi/absensi-table/absensi-table.riot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date-range filters on the Reports page. After the results appear, point out the table and download control. Open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  <a:p xmlns:a="http://schemas.openxmlformats.org/drawingml/2006/main">
            <a:r>
              <a:t>- apps/school-administration-ui/src/components/includes/pages/absensi/rekap/rekap-klasikal.riot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demonstration takes about five minutes. Use the local development account and sample records. Do not display or change production data during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apps/school-administration-ui/src/components/includes/pages/login/login.riot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proposing a limited trial. Ask teachers whether the workflow is clear, what slows them down, and which reports would help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3b346483a4c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cada8c602842bf" /><Relationship Type="http://schemas.openxmlformats.org/officeDocument/2006/relationships/slideLayout" Target="/ppt/slideLayouts/slideLayout1.xml" Id="Rf75716f9523b42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716f9523b42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da21118344e39" /><Relationship Type="http://schemas.openxmlformats.org/officeDocument/2006/relationships/notesSlide" Target="/ppt/notesSlides/notesSlide1.xml" Id="Rf9c05331fdda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adc60e1454da9" /><Relationship Type="http://schemas.openxmlformats.org/officeDocument/2006/relationships/notesSlide" Target="/ppt/notesSlides/notesSlide2.xml" Id="R1039e9e342814f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2bad79e6443e2" /><Relationship Type="http://schemas.openxmlformats.org/officeDocument/2006/relationships/notesSlide" Target="/ppt/notesSlides/notesSlide3.xml" Id="R5e2a98b43a79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6977ecfb4d8d" /><Relationship Type="http://schemas.openxmlformats.org/officeDocument/2006/relationships/notesSlide" Target="/ppt/notesSlides/notesSlide4.xml" Id="R96188af56ad0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e353bacd34a34" /><Relationship Type="http://schemas.openxmlformats.org/officeDocument/2006/relationships/notesSlide" Target="/ppt/notesSlides/notesSlide5.xml" Id="R81c3e6beaf3b4a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35c9fb1cb4e83" /><Relationship Type="http://schemas.openxmlformats.org/officeDocument/2006/relationships/notesSlide" Target="/ppt/notesSlides/notesSlide6.xml" Id="Rbefa4718966147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6c4c15ff6493b" /><Relationship Type="http://schemas.openxmlformats.org/officeDocument/2006/relationships/notesSlide" Target="/ppt/notesSlides/notesSlide7.xml" Id="R32038bb8c5ce4d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9d94547da4c9b" /><Relationship Type="http://schemas.openxmlformats.org/officeDocument/2006/relationships/notesSlide" Target="/ppt/notesSlides/notesSlide8.xml" Id="Rfb3aff8389264c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78eda86e94f8e" /><Relationship Type="http://schemas.openxmlformats.org/officeDocument/2006/relationships/notesSlide" Target="/ppt/notesSlides/notesSlide9.xml" Id="Rbfdb4d8a575243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94644-1F73-4D76-8457-531EC74D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092B3-3B91-4D2E-ADDA-6AE0EB0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School Administration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571C6-A550-4BC4-AA3A-82FAAE0E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Attendance and class records for everyday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D161-D722-452A-9555-511C5E3D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B5DF4-C410-4568-8410-C2FE2D9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Introduction for teachers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75F8-4554-4AC4-86CD-D2C4F65C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rPr>
              <a:t>Initial Data   /   Attendance Entry   /  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D8FA4-7B8E-4782-8192-BBFC4C41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94321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021F8-19F8-4C3A-8D6F-B2E60992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WHY THIS APPLICATION HELPS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0147A-4A1A-4494-B796-3C385949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One workflow for classroom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D9EFB-764E-4BCF-8C82-F9F9B8C2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27415-E791-436D-9AFF-420CC96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F6821-B68F-4A69-A38F-68B72B21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57275-A44C-4290-9F9A-CFA8C5E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years, attendance types, students, and class assignments become the starting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3F4F-C2AB-435B-9D65-726225D3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31BF3-1AE3-4E54-A64D-820F45E7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2611D-001A-41A4-BAF8-6CEB800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09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Record attendance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D0261-FCBF-43DE-9ACB-205E3391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481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Teachers select the academic year, class, and date before opening the student 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189B0-20D2-4F72-A924-2EE5C49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9056A-13BE-4732-BCD0-6D4E55A0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DFEB1-55E9-4012-981D-DAD263D8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and share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F1982-CCB6-4C70-8627-5D7AD89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Reports can be filtered by period and class, then exported for follow-up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607D3-F9E8-4023-95EB-5E49ECC7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33041-8C80-4EC3-9F5F-92BBD25A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4544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9EB14-C8C9-4F97-9839-5D7D496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93EB2-A84F-4186-B110-A22CE4DC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Main application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86C27-D22E-48F6-83CD-1D5E01D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9B2FA-04C4-4ABC-A012-235D266E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1A5C3-F26D-4A55-9EE6-C5A09E9C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569AE-C4A1-4123-BFEB-0DC978C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E2214-E67F-4797-ACDC-767A3485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6A612-3BEC-4F14-97F7-39EBB04D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Use a teacher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2ADF4-2D73-407D-BDD0-CE0F7120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55752-CBA2-40E6-A8BC-39BB7A50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F7BDE-6AA2-40E9-BE9B-D2877482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E92A-191A-41B4-8A07-7F2277F8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67575-93BE-45A7-A96D-83BFD0EE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C31BC-64A4-4457-BE79-CC773676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77C79-3983-4462-89CE-45CC2820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2ED9A-5A16-4C85-8B00-67E5A49C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Choose a class and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6EB00-3F16-406F-8D13-519E2D9B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3D900-617F-4EC4-A2AB-0523E994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665B1-55D6-4D82-8574-EC0CA3F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CD4A1-1AA7-4D04-9961-E69646DA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and export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9811A-6072-4394-A911-6BFD2202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teacher menu also includes Home, Class Summary, About, and Sign Out.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29CBB-5827-4185-B1D1-7ABFA019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D671F-080A-40E2-AAED-746DD591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9037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D52A8-FFA5-42D0-BDC0-F8174932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00B30-6015-4D4D-AABC-07399D01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 provides the foundation for attendance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6C657-B36A-4A07-B035-4E60D5C9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3B360-88B2-4C3A-9C6E-419BF63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Four record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5FA85-7A07-4B93-8D33-6785D78F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98E0E-8793-41BF-8DB7-47E9DD34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706BA-6E73-4E96-92AD-06290932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Example: 2026/2027 - Semester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77CC2-FCD8-411D-BB14-057A2D9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DD850-7AE1-481A-86F9-EDAF03F8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CC6A4-58CC-4AC9-B35A-4CE15A71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Labels and colors for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A3E80-B0B8-4A1B-88C3-0C07CB2D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6AF96-BECE-41BE-BC1B-192DA623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883B-E71D-4031-94F8-83AA51A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Alternative ID and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B2209-9FEB-4BB0-A8DF-10D65793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5C809-707E-489F-B38D-4E6B066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assignments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3241E-9584-47C3-A114-19BF7C10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One active class per academic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B1860-1F92-41CB-B19C-9C66845C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93306-46B5-4477-81FC-01E0A383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Ways to enter student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CB68D-0541-44CC-881A-FE25200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Direct 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A4BD5-F210-46F2-BE0C-F5A34D19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adding or changing a small number of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2B564-4C64-4FF4-AA9A-24043C8F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DB62F-8865-4A05-97FD-9ECB492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Excel or CSV import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5BEA7-14BF-4303-ABF8-0486C605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larger student lists. An Excel template is available in the application.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29372-73E3-4A95-AB06-0D1F403B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E51F7-CE1B-41BB-ACD9-6C613E57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351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AD403-7802-47C7-B478-5CC2AB4E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DATA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4746F-A351-4CBA-B555-FCC8ED9A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Preview reduces unintended record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4C5A5-95A0-4FEB-BAE9-7957F142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0100" y="2076450"/>
          <a:ext xmlns:a="http://schemas.openxmlformats.org/drawingml/2006/main" cx="1057275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24250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check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Prepare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the form or import a 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 names and class records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Validate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Validate &amp; Preview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Create, update, unchanged, or error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Correct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 any problem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preview must be valid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Apply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Apply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 records remain in place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F6915-F1E0-48D2-B35A-9B7179D0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Import limit: 5,000 rows per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14D25-E8A1-454B-9502-9E3BBBA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Omitted records are not deleted.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B32C2-37C7-4BCB-91E0-B84F976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05D2E-53CE-4BD2-BCC3-D5B594E9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5049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3952A-2FAF-43E6-A3EA-12646DA7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DAILY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C5E93-07DE-48AA-B87B-27E2D4B0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entry starts with the correct class and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32497-B953-48BE-92D6-1DA3F63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C1E3F-17FF-4355-9682-C1454C7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F1941-3A4F-40EE-83DB-DCAEB4FF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6877E-8189-4F62-9036-FD817F9D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2026/2027 - Semester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5F9F2-D490-4B3F-9D3C-E2726D00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E7F55-7A59-46CF-874A-E44B79C2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I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9A910-49D0-475C-BF2D-E69F2C2A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E5AFC-A9FF-4582-BDFD-E40A574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2026-08-26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64B3-271E-4224-8A0D-0C7AC237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The student list appears after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6C85A-2D08-4E1F-8F7C-7E312E48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1218A-F3DF-4A12-A74F-8816DEC8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Confirm the academic year and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D4AF9-4010-420B-9338-C2B236B9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6A14B-5C20-4535-A66C-A513D9F2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Check the date before recording a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D0E10-5D50-4200-92A3-0686E97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C6DEF-EAC8-4B8A-AF44-5B7D1A2E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Save and check the success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BAD6B-39ED-4DB2-8A40-402C75CF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43A0F-F2F5-4016-8E7B-26F8E5F7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481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B41EB-F70E-44CA-86E9-DECEE55D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State the class and date when reviewing attendance with another teacher.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CB9B3-6752-4396-9475-905E05A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07E45-152D-4936-8B59-D0A8F31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5375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084A9-13D1-40CE-BC89-CB2D4521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71B91-53A1-4EFF-A565-FFBAD534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 turn daily entries into class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BB7A5-CFCA-4480-A868-F048EC61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F60BE-F8D5-4A69-99C1-36B9D487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Available filters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4539A-DC9D-446F-BD61-3515DB29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and end 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FEABB-B6AD-4C13-B9B1-4BCE1AAA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3779E-1079-43CC-93D6-1E467210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Useful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49F60-6CD0-4431-85A1-996EB813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74871-2ADD-469E-AA3E-3DEA916F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attendance status across the selected date range.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BD2E8-D89A-4544-985C-763691B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Excel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96904-B4A1-4B54-84B1-46A1B6F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Use the data for administration or further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C55F2-D57B-47E6-ACA9-E7D91E9F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5F9D4-F8FD-4B5D-8444-9CB6ED6E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class attendance in a separate summary 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483AA-C856-4A70-BCA0-3F7B9AE0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7AE29-8FFA-471A-99F7-A9601AE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00080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7872B-5C3E-4B73-9098-4F9F1AB2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Short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8D806-7581-41FE-9BB4-000E58B3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One class, one date, one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5F1AF-887B-4FA3-92BE-9362078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CAD50-A8D0-4FB4-B70D-9D1E8097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 as a teacher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A726B-8830-474B-8737-80D831FD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the profile and main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F49F9-14D5-4A9C-9A0A-C9CC2928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6E11D-05C1-499E-9B51-47C31704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5D01D-73A4-4AC5-9C30-7066D68C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Initial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0D806-9798-4526-925D-38382D1F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students and class 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1DCCF-0855-4597-B76B-D35C4A2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3A546-6DC4-4E94-8013-7B8065A8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D777C-4C54-4163-99ED-2E7CD5F7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66CE8-A821-4E5C-9B9A-817A2E3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Select a class and date, then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8F97C-BC5F-465A-9C60-BC0D8CAB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FD4FF-D2DA-4CD5-A90C-FA6CF700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E2488-205E-497B-B2D8-C1A8E9F7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566C1-B311-45C1-9CD7-95B04659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Filter the period and download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73BD6-6C80-4AFF-9E2F-055C8C71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rPr>
              <a:t>Use sample records. Avoid changing school data that is currently in use.</a:t>
            </a:r>
          </a:p>
        </p:txBody>
      </p:sp>
    </p:spTree>
    <p:extLst>
      <p:ext uri="{BB962C8B-B14F-4D97-AF65-F5344CB8AC3E}">
        <p14:creationId xmlns:p14="http://schemas.microsoft.com/office/powerpoint/2010/main" val="351181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DB182-94B0-4B10-8DA8-A1EC51DF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7546E-231B-4820-AE9D-4BB211B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with one class for one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3337B-7F2A-4B46-9FDA-AD83603D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6C267-D03F-47C3-AADE-AAA3E1D1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515A3-53BC-4FE2-BCDF-CA175763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Confirm the Initial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2FBEB-0DB7-459C-B99B-0A05FC76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the academic year, attendance types, and student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52729-889B-43E7-8D98-5C29CECF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384FE-0C43-4F90-A69E-DC76A1D3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E6449-7D1F-4E30-9AC5-A66CBAF6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Use attendance during a real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44973-6D29-4E99-9E89-F8321E14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Note any problems that appear while the class is in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093C9-DD4E-410A-B161-05C8EABA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306C1-B4AC-4926-9F0F-14F7E666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1C899-2ADB-4C5F-A63F-02BFEDE8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the report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5146B-3F53-40C1-B076-D7CAA01D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Agree on workflow changes before expanding 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1983A-BFB5-4C3D-B4D7-8AC4BC7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766D1-0912-454C-A600-2BEE1B19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E6958-0717-4821-B417-93EB6E4E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33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 the workflow clear?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causes delays?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Which reports matter most?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B9037-362F-4D25-A60E-3BED092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15BC7-F678-4528-BE04-D64E62B8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9249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2026-09-05T02:15:24.0910000Z</dcterms:created>
  <dcterms:modified xsi:type="dcterms:W3CDTF">2026-09-05T02:15:24.0910000Z</dcterms:modified>
</coreProperties>
</file>