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58c5b144424286" /><Relationship Type="http://schemas.openxmlformats.org/officeDocument/2006/relationships/extended-properties" Target="/docProps/app.xml" Id="Re67e1f59a0d240a3" /><Relationship Type="http://schemas.openxmlformats.org/officeDocument/2006/relationships/officeDocument" Target="/ppt/presentation.xml" Id="R98aed00be03940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3f69b7dfc047c0"/>
  </p:sldMasterIdLst>
  <p:notesMasterIdLst>
    <p:notesMasterId xmlns:r="http://schemas.openxmlformats.org/officeDocument/2006/relationships" r:id="R2ef908f306b94f66"/>
  </p:notesMasterIdLst>
  <p:sldIdLst>
    <p:sldId xmlns:r="http://schemas.openxmlformats.org/officeDocument/2006/relationships" id="256" r:id="R89419e4e895c46ed"/>
    <p:sldId xmlns:r="http://schemas.openxmlformats.org/officeDocument/2006/relationships" id="257" r:id="R361bd2f1cdd5400b"/>
    <p:sldId xmlns:r="http://schemas.openxmlformats.org/officeDocument/2006/relationships" id="258" r:id="R8e4736223d134168"/>
    <p:sldId xmlns:r="http://schemas.openxmlformats.org/officeDocument/2006/relationships" id="259" r:id="R68701aeeea834563"/>
    <p:sldId xmlns:r="http://schemas.openxmlformats.org/officeDocument/2006/relationships" id="260" r:id="Rb26bfb177dbc4a83"/>
    <p:sldId xmlns:r="http://schemas.openxmlformats.org/officeDocument/2006/relationships" id="261" r:id="R4661d2796aa64bb5"/>
    <p:sldId xmlns:r="http://schemas.openxmlformats.org/officeDocument/2006/relationships" id="262" r:id="R35401680e52043aa"/>
    <p:sldId xmlns:r="http://schemas.openxmlformats.org/officeDocument/2006/relationships" id="263" r:id="Ra5e81c0cb1c54040"/>
    <p:sldId xmlns:r="http://schemas.openxmlformats.org/officeDocument/2006/relationships" id="264" r:id="R3470e80a0fb94cd4"/>
    <p:sldId xmlns:r="http://schemas.openxmlformats.org/officeDocument/2006/relationships" id="265" r:id="Rb777b759b00c4190"/>
    <p:sldId xmlns:r="http://schemas.openxmlformats.org/officeDocument/2006/relationships" id="266" r:id="R3e8224f24c3d46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e2e2e874ec45d3" /><Relationship Type="http://schemas.openxmlformats.org/officeDocument/2006/relationships/slideMaster" Target="/ppt/slideMasters/slideMaster1.xml" Id="R453f69b7dfc047c0" /><Relationship Type="http://schemas.openxmlformats.org/officeDocument/2006/relationships/notesMaster" Target="/ppt/notesMasters/notesMaster1.xml" Id="R2ef908f306b94f66" /><Relationship Type="http://schemas.openxmlformats.org/officeDocument/2006/relationships/presProps" Target="/ppt/presProps.xml" Id="R8f44c3247a614049" /><Relationship Type="http://schemas.openxmlformats.org/officeDocument/2006/relationships/tableStyles" Target="/ppt/tableStyles.xml" Id="R9d38aed3e6094f0b" /><Relationship Type="http://schemas.openxmlformats.org/officeDocument/2006/relationships/slide" Target="/ppt/slides/slide1.xml" Id="R89419e4e895c46ed" /><Relationship Type="http://schemas.openxmlformats.org/officeDocument/2006/relationships/slide" Target="/ppt/slides/slide2.xml" Id="R361bd2f1cdd5400b" /><Relationship Type="http://schemas.openxmlformats.org/officeDocument/2006/relationships/slide" Target="/ppt/slides/slide3.xml" Id="R8e4736223d134168" /><Relationship Type="http://schemas.openxmlformats.org/officeDocument/2006/relationships/slide" Target="/ppt/slides/slide4.xml" Id="R68701aeeea834563" /><Relationship Type="http://schemas.openxmlformats.org/officeDocument/2006/relationships/slide" Target="/ppt/slides/slide5.xml" Id="Rb26bfb177dbc4a83" /><Relationship Type="http://schemas.openxmlformats.org/officeDocument/2006/relationships/slide" Target="/ppt/slides/slide6.xml" Id="R4661d2796aa64bb5" /><Relationship Type="http://schemas.openxmlformats.org/officeDocument/2006/relationships/slide" Target="/ppt/slides/slide7.xml" Id="R35401680e52043aa" /><Relationship Type="http://schemas.openxmlformats.org/officeDocument/2006/relationships/slide" Target="/ppt/slides/slide8.xml" Id="Ra5e81c0cb1c54040" /><Relationship Type="http://schemas.openxmlformats.org/officeDocument/2006/relationships/slide" Target="/ppt/slides/slide9.xml" Id="R3470e80a0fb94cd4" /><Relationship Type="http://schemas.openxmlformats.org/officeDocument/2006/relationships/slide" Target="/ppt/slides/slide10.xml" Id="Rb777b759b00c4190" /><Relationship Type="http://schemas.openxmlformats.org/officeDocument/2006/relationships/slide" Target="/ppt/slides/slide11.xml" Id="R3e8224f24c3d46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ab9d38ee0a4a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28ca3946384a83" /><Relationship Type="http://schemas.openxmlformats.org/officeDocument/2006/relationships/notesMaster" Target="/ppt/notesMasters/notesMaster1.xml" Id="R30af9f6be1474d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fe3bffe27b4607" /><Relationship Type="http://schemas.openxmlformats.org/officeDocument/2006/relationships/notesMaster" Target="/ppt/notesMasters/notesMaster1.xml" Id="Rc013157bbb9945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7998af8eb64681" /><Relationship Type="http://schemas.openxmlformats.org/officeDocument/2006/relationships/notesMaster" Target="/ppt/notesMasters/notesMaster1.xml" Id="R3ed5b615a3374c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e56dddd97b4509" /><Relationship Type="http://schemas.openxmlformats.org/officeDocument/2006/relationships/notesMaster" Target="/ppt/notesMasters/notesMaster1.xml" Id="R6da1019f127541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911866ca4043be" /><Relationship Type="http://schemas.openxmlformats.org/officeDocument/2006/relationships/notesMaster" Target="/ppt/notesMasters/notesMaster1.xml" Id="R19205d759c3249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2ee6b796d74e11" /><Relationship Type="http://schemas.openxmlformats.org/officeDocument/2006/relationships/notesMaster" Target="/ppt/notesMasters/notesMaster1.xml" Id="R07151b4d50954b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025b9cc7c4944" /><Relationship Type="http://schemas.openxmlformats.org/officeDocument/2006/relationships/notesMaster" Target="/ppt/notesMasters/notesMaster1.xml" Id="R4de3b8c1fcc44a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7e2b6e20514028" /><Relationship Type="http://schemas.openxmlformats.org/officeDocument/2006/relationships/notesMaster" Target="/ppt/notesMasters/notesMaster1.xml" Id="Rc79a82d3550e4e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d76c295b784ffa" /><Relationship Type="http://schemas.openxmlformats.org/officeDocument/2006/relationships/notesMaster" Target="/ppt/notesMasters/notesMaster1.xml" Id="R6378925a5f6648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435e34b06d4332" /><Relationship Type="http://schemas.openxmlformats.org/officeDocument/2006/relationships/notesMaster" Target="/ppt/notesMasters/notesMaster1.xml" Id="R950f365b69cd4d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a6362c3ad84ed6" /><Relationship Type="http://schemas.openxmlformats.org/officeDocument/2006/relationships/notesMaster" Target="/ppt/notesMasters/notesMaster1.xml" Id="R76eda559924641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the application helps teachers maintain class records, enter attendance, and review reports through one workflow. Keep the session focused on daily teaching tasks rather than technical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apps/school-administration-ui/src/components/includes/aside-menu/aside-menu.riot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yourself briefly. Emphasize your backend and platform background, your education-technology experience at Ruangguru, and your interest in hearing how the workflow fits real classroom routines.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/Users/kennykarnama/Documents/Kenny_Karnama_CV_2026_updated.pdf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explanation high-level. Cloud DNS maps the school domain to the VM's external IP. Nginx terminates HTTPS and forwards browser traffic to the UI. The application stack runs in Docker Compose on a small GCP Spot VM. The administration and user APIs connect to separate CockroachDB Cloud databases.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deployment description, 2026-09-05</a:t>
            </a:r>
          </a:p>
          <a:p xmlns:a="http://schemas.openxmlformats.org/drawingml/2006/main">
            <a:r>
              <a:t>- deploy/compose.yaml</a:t>
            </a:r>
          </a:p>
          <a:p xmlns:a="http://schemas.openxmlformats.org/drawingml/2006/main">
            <a:r>
              <a:t>- deploy/README.md</a:t>
            </a:r>
          </a:p>
          <a:p xmlns:a="http://schemas.openxmlformats.org/drawingml/2006/main">
            <a:r>
              <a:t>- deploy/proxy/README.md</a:t>
            </a:r>
          </a:p>
          <a:p xmlns:a="http://schemas.openxmlformats.org/drawingml/2006/main">
            <a:r>
              <a:t>- deploy/proxy/templates/school.conf.template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these three parts to a teacher's routine. The process begins with clean records, continues with daily attendance, and ends with reports that teachers can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apps/school-administration-ui/src/components/global/app-content/app-content.riot</a:t>
            </a:r>
          </a:p>
          <a:p xmlns:a="http://schemas.openxmlformats.org/drawingml/2006/main">
            <a:r>
              <a:t>- apps/school-administration-ui/src/components/includes/pages/absensi/rekap/rekap.riot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workflow as the map for the session. After signing in, show Initial Data first. Continue to Attendance Entry, then Reports. Show the Class Summary if time allows.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apps/school-administration-ui/src/components/includes/aside-menu/aside-menu.riot</a:t>
            </a:r>
          </a:p>
          <a:p xmlns:a="http://schemas.openxmlformats.org/drawingml/2006/main">
            <a:r>
              <a:t>- apps/school-administration-ui/src/components/global/app-content/app-content.riot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Initial Data is not a daily task. Schools usually prepare it at the beginning of a semester or when class assignments change. Show the Add, Download Excel Template, and Import Excel/CSV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apps/school-administration-ui/src/components/includes/pages/setup/setup.riot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teachers can review create, update, unchanged, and error results before applying records. The Apply Data button becomes available only after the preview is valid.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apps/school-administration-ui/src/components/includes/pages/setup/setup.riot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During the demo, select the academic year, class, and date. Search to load the students. Explain how this order helps prevent entries under the wrong class or 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apps/school-administration-ui/src/components/includes/pages/absensi/absensi-input/absensi-input.riot</a:t>
            </a:r>
          </a:p>
          <a:p xmlns:a="http://schemas.openxmlformats.org/drawingml/2006/main">
            <a:r>
              <a:t>- apps/school-administration-ui/src/components/includes/pages/absensi/absensi-table/absensi-table.riot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date-range filters on the Reports page. After the results appear, point out the table and download control. Open the Class Summary if time allows.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apps/school-administration-ui/src/components/includes/pages/absensi/rekap/rekap.riot</a:t>
            </a:r>
          </a:p>
          <a:p xmlns:a="http://schemas.openxmlformats.org/drawingml/2006/main">
            <a:r>
              <a:t>- apps/school-administration-ui/src/components/includes/pages/absensi/rekap/rekap-klasikal.riot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demonstration takes about five minutes. Use the local development account and sample records. Do not display or change production data during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apps/school-administration-ui/src/components/includes/pages/login/login.riot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proposing a limited trial. Ask teachers whether the workflow is clear, what slows them down, and which reports would help most.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apps/school-administration-ui/src/components/includes/pages/setup/setup.riot</a:t>
            </a:r>
          </a:p>
          <a:p xmlns:a="http://schemas.openxmlformats.org/drawingml/2006/main">
            <a:r>
              <a:t>- apps/school-administration-ui/src/components/includes/pages/absensi/rekap/rekap.riot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fb109349540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99a40658bb4cf7" /><Relationship Type="http://schemas.openxmlformats.org/officeDocument/2006/relationships/slideLayout" Target="/ppt/slideLayouts/slideLayout1.xml" Id="R1b08bb1df81647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08bb1df81647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544269ac64806" /><Relationship Type="http://schemas.openxmlformats.org/officeDocument/2006/relationships/notesSlide" Target="/ppt/notesSlides/notesSlide1.xml" Id="Re183d309755c49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566c4bbb04d91" /><Relationship Type="http://schemas.openxmlformats.org/officeDocument/2006/relationships/notesSlide" Target="/ppt/notesSlides/notesSlide2.xml" Id="R488b08e27cd34c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cbc850aa54fc0" /><Relationship Type="http://schemas.openxmlformats.org/officeDocument/2006/relationships/notesSlide" Target="/ppt/notesSlides/notesSlide3.xml" Id="Rf90da5381c154a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f3c3ea87a42a5" /><Relationship Type="http://schemas.openxmlformats.org/officeDocument/2006/relationships/notesSlide" Target="/ppt/notesSlides/notesSlide4.xml" Id="R589f09a2791443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5afdd2bcb4cc0" /><Relationship Type="http://schemas.openxmlformats.org/officeDocument/2006/relationships/notesSlide" Target="/ppt/notesSlides/notesSlide5.xml" Id="Rbce5dc193dab45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e85c8499a496d" /><Relationship Type="http://schemas.openxmlformats.org/officeDocument/2006/relationships/notesSlide" Target="/ppt/notesSlides/notesSlide6.xml" Id="R5680c65b6e2a42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65140842741a3" /><Relationship Type="http://schemas.openxmlformats.org/officeDocument/2006/relationships/notesSlide" Target="/ppt/notesSlides/notesSlide7.xml" Id="R780043a6b0dc40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4e698e343467d" /><Relationship Type="http://schemas.openxmlformats.org/officeDocument/2006/relationships/notesSlide" Target="/ppt/notesSlides/notesSlide8.xml" Id="R0176ef2616db43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21b180a2f472c" /><Relationship Type="http://schemas.openxmlformats.org/officeDocument/2006/relationships/notesSlide" Target="/ppt/notesSlides/notesSlide9.xml" Id="R775bc6d9437242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61ba0ac0442c0" /><Relationship Type="http://schemas.openxmlformats.org/officeDocument/2006/relationships/notesSlide" Target="/ppt/notesSlides/notesSlide10.xml" Id="R6b8fdd8350df44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8b2db5cb143a6" /><Relationship Type="http://schemas.openxmlformats.org/officeDocument/2006/relationships/notesSlide" Target="/ppt/notesSlides/notesSlide11.xml" Id="R0d35d2a8d53e41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36297-33BF-40A9-817A-7A833342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5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2F075-DDA6-42B9-B976-D4C1DCA7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800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School Administration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845FD-4A2E-4564-84A3-888574E2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Attendance and class records for everyday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B9F35-8314-49F6-9E07-440983B1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556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DA698-0141-44BD-A81E-BF695971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Introduction for teachers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7D2F1-D064-4088-A66B-0F85140B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2E8F0"/>
                </a:solidFill>
                <a:latin typeface="Helvetica Neue"/>
                <a:ea typeface="Helvetica Neue"/>
                <a:cs typeface="Helvetica Neue"/>
              </a:rPr>
              <a:t>Initial Data   /   Attendance Entry   /   Reports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4A304-7C7B-4263-8499-DF523C1B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150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0274933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040103-0B4C-4A66-80EB-76D08492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YOUR PRESENTER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1C059-E351-41DB-A7CF-9E8AA379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Kenny Karnama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385E4-3562-46DD-8295-2492597C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8070F-3BF4-4CDD-83E7-112CAD7F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Technical Lead / Senior Software Engineer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5AAA7-5F0C-495C-A8D9-BFC58F22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Backend platforms, distributed systems, workflow engines, and data processing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0BAE3-BA1A-4C33-9870-C27406F6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1285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8+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1FAD9-7A5A-4DEC-ACA6-A9F49D78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years in software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3D113-3477-47DD-9427-7217EBCD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BD04D-8BFB-492E-9D50-F0655819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Education technology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10BD3-822E-46D0-945D-BD2501D5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338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Built high-throughput content, streaming, and live quiz services at Ruangguru.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0DDC9-0696-419F-B8DB-E4F9780B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1945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5CB98-E3BC-40A7-9D3F-8451B1C4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Platform engineering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C801A-CFD3-46C5-8838-E3B77A34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338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Hands-on experience with GCP, Docker, Kubernetes, API design, and CockroachDB.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D0F1B-AAC2-46D8-BEE5-6D8725BD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1036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C2597-A3F0-46D6-8267-1B1F7EE9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7212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Today: a practical walkthrough of the platform, followed by teacher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66CC1-CF7C-4620-81B3-723A6C07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FA71F-B530-4A7E-8052-64E31AF8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213299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EB197C-2DF6-4437-AD96-2CF5F197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HIGH-LEVEL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AB98B-7493-468E-9530-B23B9274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 compact cloud architecture for the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9F202-B0FA-4295-B989-FA51502C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1AADA-8802-457E-A2C5-A66667DE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385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A5AE2-CA7F-46E6-B2AE-8232DA0E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385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4D96E-E7DB-4789-B6CD-D4426D84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385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55F96-EEA9-4215-97BB-05FF4442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1432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domain lookup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BE3D4-2FD1-4E0E-A684-20FD1242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432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HTTPS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B9365-428B-40CD-A937-1527B443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5A227-01B3-435F-8CDF-98198CD0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428750" cy="15621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46537-AD2E-41A9-B195-26288232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1085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Teachers and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school staff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2E5CF-B97A-4A28-BDDF-53BBFB1D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57500"/>
            <a:ext cx="1619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C918A-7331-45EF-8A3A-46AE46FF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575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Cloud DNS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97692-813B-4543-AE1E-48F4E9D9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338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domain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586655-0BC8-423E-9198-5A5BFAAB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19300"/>
            <a:ext cx="4191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3D38C5-CC6E-4504-81E8-2951945E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28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GCP Spot VM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A5BD63-A998-49EB-9C09-4BC28387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908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2 vCPU / 1 GB RAM / 20 GB standard disk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EF2FEB-FF6D-4A9C-AA8E-13F79A9F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48000"/>
            <a:ext cx="352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6E2E7-7735-424E-900D-237F3072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19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Nginx reverse proxy and TLS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0E201A-277E-4078-A3EA-1F479901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848100"/>
            <a:ext cx="3524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1B9B83-3ECC-4EE8-8CBD-40DE74D1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00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Docker Compose application stack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D01093-7FD6-4784-8490-1E37BA14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81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School UI</a:t>
            </a:r>
          </a:p>
          <a:p xmlns:a="http://schemas.openxmlformats.org/drawingml/2006/main">
            <a:pPr algn="ctr">
              <a:defRPr sz="12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Administration API and User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A2DD67-4A28-44E4-9FCC-9422F73F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05100"/>
            <a:ext cx="1857375" cy="186690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8E1076-9609-44C4-93F0-752122AB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480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CockroachDB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Cloud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9688B8-29F8-45A5-9EAF-3B6C7B3A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290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school_administration</a:t>
            </a:r>
          </a:p>
          <a:p xmlns:a="http://schemas.openxmlformats.org/drawingml/2006/main">
            <a:pPr algn="ctr">
              <a:defRPr sz="10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school_user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BCDA4D-1248-4FFD-A0F5-0FC41F81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Cloud DNS resolves the domain. Nginx receives HTTPS traffic and routes it to the application containers. The APIs connect to CockroachDB Cloud.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C14113-1290-4A85-A8E2-28153CB1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297132-72E9-4A3C-AA6F-E2A2ED00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30560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0F2B0-7771-4799-9AF3-F4526458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WHY THIS APPLICATION HELPS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B1C81-B122-4DC6-BA3F-A78B9DAF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One workflow for classroom administration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E263C-CBC0-48EE-A1DB-80FCAA5F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48B02-C192-4DA7-83A5-F1473B6A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DE146-C7A6-424D-8983-CC7A9A53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43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Prepare class records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75F7D-BB61-405C-A234-A0B92A16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8125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Academic years, attendance types, students, and class assignments become the starting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014CB-0AF5-4B1C-9799-2ABB57DF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3B905-DB61-4A5C-83E1-528D2886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D95DA-4CB2-4B72-9205-615896D2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099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Record attendance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AF71F-6FFD-4939-9431-ED044FCB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4810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Teachers select the academic year, class, and date before opening the student list.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E9F4D-1CC0-4BC6-81FD-632D52B5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6DEE2-7520-4670-9DC9-D4464CCD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DE61E-F004-40D8-9C79-2033E328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768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Review and share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BEEBF-9EBB-4FB2-9EDE-4A4D4706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1495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Reports can be filtered by period and class, then exported for follow-up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5605A-C7D6-461E-B623-50FD72B3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6F267-598C-4350-BC22-E2BA3536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244584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730CF3-BF0C-4703-AE60-0BA53FFC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NAVIGATION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F1978-9A02-41F4-AFD7-A2B93B1B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Main application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9F07C-DB08-4157-91DB-80E42FE6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C4F7B-0C2C-4065-B8C1-2B51FBE8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337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D0BB2-13CD-40F8-A3BD-E40F9F12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1190D-CD81-4348-AF0F-CE603E4E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4F51B-34C6-40FF-8AFC-55161671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Sign 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CDD26-463B-4878-BA46-02F3A0D5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Use a teacher account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CEEAD-0B4B-49AC-9408-7B1C736D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B70DE-2E0B-41CA-86EB-1B6394FE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7A015-2E02-4092-B6C2-B9467B70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Initial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C8B60-1FA3-4AA8-A940-22483760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Prepare class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9E714-65E8-4B00-AC53-11FEFA83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399006-8A58-4A51-9355-E3663FEB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B391B-01B9-4DC1-A6FE-B729A9EA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Attendance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8F808-4A09-4CE9-B2CE-12A5E3EF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Choose a class and 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C6B9BE-FAAA-445C-916D-B2AA777C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3FBCA-625A-4082-9734-1EF5FBFD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ADFAF9-331F-4847-AD7B-1B4BDA4F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D364F0-7805-4197-B360-B423E7F2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Review and export results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30C39D-2B29-4317-BA88-DB4CC511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149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The teacher menu also includes Home, Class Summary, About, and Sign Out.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1322D4-DA2E-4C59-8DFD-2006AD35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2079FD-C352-4CF8-B27D-3272C7D3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374651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3D6720-F4F7-4455-BC3B-1736D0E3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5CC41-58B4-4CF5-9EE6-CE5F5EE7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Initial Data provides the foundation for attendance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5E13A-8A28-4457-9B11-3BED8A01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F3096-F1E7-4140-B865-5208D6C4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Four record types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B5DF6-0F69-4E6F-8224-F6463324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1216D-4226-47A9-8041-810DD7C3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62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Academic year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A5ECE-C7A5-49D3-88B4-7716C19D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Example: 2026/2027 - Semester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5F29D-A41A-4BD0-ADF0-FFB6092B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01257-0EF3-49BD-B7F0-83F03962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Attendance types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9A552-3355-40E3-8E7F-38343391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004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Labels and colors for reports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A663C-287B-465E-98E5-F4929A7B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A1C3B-9805-4E6A-95DB-D13D8383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14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Students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966FA-8FD6-48BB-9411-30763CFB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Alternative ID and name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D0A1A7-5E41-4C83-9496-E0A58E2D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A93D34-DF1D-4A96-ABB3-B8E1D055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91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Class assignments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E58E81-5E2C-49B8-A9D2-C0711D0C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530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One active class per academic year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36D06-246B-4980-8568-900F1E62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81200"/>
            <a:ext cx="4476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D74242-C158-46CD-9382-F0482132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241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Ways to enter student records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E7C96-A921-4F53-9E9A-EADF86E4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099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Direct entry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9BAABB-BD3B-41F9-BEF4-9BC1B2AB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528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Best for adding or changing a small number of records.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191705-1B02-4BE1-9025-0341D339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0600C9-3A76-423C-9BCD-D2308BCF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05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Excel or CSV import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06B961-3873-48C9-8C8C-71F300AF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Best for larger student lists. An Excel template is available in the application.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CFDEAA-114C-43A3-8FFF-B42047F9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70D17F-6CF5-4199-9A80-5320CEEA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261620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F519C-44C8-461A-9040-B751D815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DATA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059BF-F35F-4D6F-B2A9-480DC6D0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Preview reduces unintended record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61120-5076-451D-8730-04077F46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800100" y="2076450"/>
          <a:ext xmlns:a="http://schemas.openxmlformats.org/drawingml/2006/main" cx="10572750" cy="3048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24250"/>
                <a:gridCol w="3524250"/>
                <a:gridCol w="3524250"/>
              </a:tblGrid>
              <a:tr h="6096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to check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 Prepare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 the form or import a file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Column names and class records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 Validate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 Validate &amp; Preview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Create, update, unchanged, or error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 Correct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Fix any problem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preview must be valid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 Apply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Confirm Apply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Other records remain in place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8A7C6-3A40-4F37-825E-6C86A25A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Import limit: 5,000 rows per operation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41570-F745-4A3C-BFDB-FE76FC97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10200"/>
            <a:ext cx="489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Omitted records are not deleted.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4D958-7DFC-42FA-BD59-8F6E6FB3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7DD8C-EC40-4A27-A83C-995654BD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227727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F4E39F-AA5F-4725-872B-21479B31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DAILY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7FAA8-DA07-4AAF-8538-B2DB0196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Attendance entry starts with the correct class and 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6E4B1-06D0-4454-B664-797F7A56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CAF66-F263-4BC4-8E0C-6DBA788D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C1126-E6A7-4F6A-973F-D1D21979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ACADEMIC YEAR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07A03-7119-4A5B-AB7F-36379125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2026/2027 - Semester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2563F-78FC-4EDC-9575-EC5D9002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CLASS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09259-00FE-4D92-A69B-EC4BDC44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0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CLASS I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CD479-70BB-4E4A-A1B8-FEEF6BB8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40A8F-C9F4-4D93-B622-6FF59F3B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00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2026-08-26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D0176-4608-47AD-B0F2-24F6AB43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The student list appears after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911AF-154E-4CB5-84F9-3844F840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75E33-9646-4044-BF78-263365AD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814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Confirm the academic year and class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A5933-E323-4CE8-9BC0-665C93D9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1F332-259B-49B6-B327-F8ED23B8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52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Check the date before recording a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CBC1B-A267-41EF-A902-BAB6969C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0BF467-10A4-4427-A6B4-1F3A1F22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244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Save and check the success message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D38333-3E8A-45E0-A26E-D9A17E2C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3429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2F45CD-F2C4-4EB9-B138-D28220A1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481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 practice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D80554-A2B2-44D8-90BA-EE7B6835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624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State the class and date when reviewing attendance with another teacher.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411B8-0303-4061-B6AD-28ECC56F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512A41-D387-4D04-B1E3-83E93E71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930840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DA07F-26F8-437D-9B2F-51225FFB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MONITORING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64E11-BC4B-42D0-8AB4-F787D53D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Reports turn daily entries into class information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C8F24-74EC-49BD-AF77-034559CC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8774C-66AA-4AE1-BB43-D646AA58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Available filters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243B0-A00F-43D0-821A-565E5F53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3429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Academic year</a:t>
            </a:r>
          </a:p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Class</a:t>
            </a:r>
          </a:p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Start and end dates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CC368-9030-4A90-8AD8-D7A12FF0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431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650C71-331F-4BB9-95FA-24621850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43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Useful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2E498-D0A3-4024-951C-A254097F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Student 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F14DC-CDF4-47AD-848E-55791550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Review attendance status across the selected date range.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F580C-0676-4FA1-8AE6-75AC1E35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38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Excel export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76CF0-E9DE-411B-A3D3-BAB80C49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195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Use the data for administration or further reporting.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4526D-055B-44ED-845A-55729B3E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00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Class Summary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B6DAE-1A57-42A4-A3B3-5FAEC2B8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81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Review class attendance in a separate summary 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3AF29-7045-41B0-B0E7-2EE6A47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710FE-902C-452A-86D4-19FD87A5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149449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A83E3C-6463-4619-8F14-C072D988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Short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C438B-C411-4C51-BD07-06E65FF5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One class, one date, one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171E0-3429-4878-BF75-E561A68E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B0572-87E7-482B-97E3-7E16D929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002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Sign in as a teacher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3CA67-8A6E-4CBA-A44C-9479180B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Show the profile and main menu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1F9D8-10DC-4ED5-857C-0F49DCC2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0EDDC-F3FA-4136-BFD7-13B15191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F3F4B-ABE9-430E-BA10-DDA830D4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52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Initial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79CFF-079D-4308-94D8-ED6D07B2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71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Show students and class assignments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7C1D7-C430-44D2-99B8-0427B652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A4EFC-5A13-4D27-AFB9-343D0329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767A2-6DFA-4B0B-8C54-D0122121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052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Enter attendance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830C9-6F74-47ED-AE95-17A632E5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24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Select a class and date, then save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EC3B3-718B-4814-A549-D9D7A2FD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5E185C-FA21-437A-8251-AD8EC8F2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6EF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86EFA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74CA2-0948-4DBE-B43C-393AFB61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57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Reports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14B722-E6DD-47F2-A46A-ED46B212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6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Filter the period and download results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D353A-2D4A-4A6E-B200-F0B1910A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DE6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DE68A"/>
                </a:solidFill>
                <a:latin typeface="Helvetica Neue"/>
                <a:ea typeface="Helvetica Neue"/>
                <a:cs typeface="Helvetica Neue"/>
              </a:rPr>
              <a:t>Use sample records. Avoid changing school data that is currently in use.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51638D-FD5F-4234-A907-1BAD8958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268870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F70D8F-8798-4A91-BCCB-B10941C5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9CA51-D3E2-4BB6-8C57-8732E143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Start with one class for one week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BA4A4-50D0-4698-A4EE-CEEDD66F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9D4E4-A427-43AD-B58B-36210313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21B3F-FAE2-494E-9217-B6933CDD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002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Confirm the Initial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C8D54-7726-4F6A-80CD-C50A0EFE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193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Review the academic year, attendance types, and student list.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020EA-7FBC-4365-ADA9-F564B500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F60B3-C14D-46DB-AB74-B77BE48E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67BB8-5AA1-4A11-84C4-69358A26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909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Use attendance during a real class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5631C-2498-4726-88E5-70BA413A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Note any problems that appear while the class is in progress.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DCA92-763E-4AA8-B9C3-D49EA31E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6A252-5F13-4E8F-9754-CE845DD0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324D0-B5F3-4856-91C7-D7EEF64D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815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Review the report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DA1FE3-4CD1-4410-926B-301AD9B4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006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Agree on workflow changes before expanding 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EB2CC-10B8-4971-9EB2-CB9B2053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24050"/>
            <a:ext cx="1809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5D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D1F20-739C-4BA5-8FD1-B6AB45CC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860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Discussion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77214F-9BF3-42B1-9DEC-71D968C7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52750"/>
            <a:ext cx="133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Is the workflow clear?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causes delays?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Which reports matter most?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ACA676-BCBD-4614-8EC8-7BF8EFC6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875A5E-1C44-40CF-AD86-FFAC9F8D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46246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2026-09-05T02:21:48.3210000Z</dcterms:created>
  <dcterms:modified xsi:type="dcterms:W3CDTF">2026-09-05T02:21:48.3210000Z</dcterms:modified>
</coreProperties>
</file>