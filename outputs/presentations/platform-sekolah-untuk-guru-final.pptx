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ed3fa35d034a80" /><Relationship Type="http://schemas.openxmlformats.org/officeDocument/2006/relationships/extended-properties" Target="/docProps/app.xml" Id="R3a97d29661704ef3" /><Relationship Type="http://schemas.openxmlformats.org/officeDocument/2006/relationships/officeDocument" Target="/ppt/presentation.xml" Id="R46082d24d2b84e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d0a747e81044ed"/>
  </p:sldMasterIdLst>
  <p:notesMasterIdLst>
    <p:notesMasterId xmlns:r="http://schemas.openxmlformats.org/officeDocument/2006/relationships" r:id="R08c29cd3bda541bf"/>
  </p:notesMasterIdLst>
  <p:sldIdLst>
    <p:sldId xmlns:r="http://schemas.openxmlformats.org/officeDocument/2006/relationships" id="256" r:id="R3fb0fb4d958a4edd"/>
    <p:sldId xmlns:r="http://schemas.openxmlformats.org/officeDocument/2006/relationships" id="257" r:id="R8e0e6b645be145a2"/>
    <p:sldId xmlns:r="http://schemas.openxmlformats.org/officeDocument/2006/relationships" id="258" r:id="Re30b58bbfc92436d"/>
    <p:sldId xmlns:r="http://schemas.openxmlformats.org/officeDocument/2006/relationships" id="259" r:id="Rc72fb9f390db4cc5"/>
    <p:sldId xmlns:r="http://schemas.openxmlformats.org/officeDocument/2006/relationships" id="260" r:id="R8e4defacf6144e72"/>
    <p:sldId xmlns:r="http://schemas.openxmlformats.org/officeDocument/2006/relationships" id="261" r:id="Rf6410027803f49e5"/>
    <p:sldId xmlns:r="http://schemas.openxmlformats.org/officeDocument/2006/relationships" id="262" r:id="R1d3a4966ad46472d"/>
    <p:sldId xmlns:r="http://schemas.openxmlformats.org/officeDocument/2006/relationships" id="263" r:id="R9fc7f538480b4152"/>
    <p:sldId xmlns:r="http://schemas.openxmlformats.org/officeDocument/2006/relationships" id="264" r:id="R07b02271bf824e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281bf5ab94ea2" /><Relationship Type="http://schemas.openxmlformats.org/officeDocument/2006/relationships/slideMaster" Target="/ppt/slideMasters/slideMaster1.xml" Id="R6ed0a747e81044ed" /><Relationship Type="http://schemas.openxmlformats.org/officeDocument/2006/relationships/notesMaster" Target="/ppt/notesMasters/notesMaster1.xml" Id="R08c29cd3bda541bf" /><Relationship Type="http://schemas.openxmlformats.org/officeDocument/2006/relationships/presProps" Target="/ppt/presProps.xml" Id="Rfa3f712e61334757" /><Relationship Type="http://schemas.openxmlformats.org/officeDocument/2006/relationships/tableStyles" Target="/ppt/tableStyles.xml" Id="R96a98f42a3e94c9c" /><Relationship Type="http://schemas.openxmlformats.org/officeDocument/2006/relationships/slide" Target="/ppt/slides/slide1.xml" Id="R3fb0fb4d958a4edd" /><Relationship Type="http://schemas.openxmlformats.org/officeDocument/2006/relationships/slide" Target="/ppt/slides/slide2.xml" Id="R8e0e6b645be145a2" /><Relationship Type="http://schemas.openxmlformats.org/officeDocument/2006/relationships/slide" Target="/ppt/slides/slide3.xml" Id="Re30b58bbfc92436d" /><Relationship Type="http://schemas.openxmlformats.org/officeDocument/2006/relationships/slide" Target="/ppt/slides/slide4.xml" Id="Rc72fb9f390db4cc5" /><Relationship Type="http://schemas.openxmlformats.org/officeDocument/2006/relationships/slide" Target="/ppt/slides/slide5.xml" Id="R8e4defacf6144e72" /><Relationship Type="http://schemas.openxmlformats.org/officeDocument/2006/relationships/slide" Target="/ppt/slides/slide6.xml" Id="Rf6410027803f49e5" /><Relationship Type="http://schemas.openxmlformats.org/officeDocument/2006/relationships/slide" Target="/ppt/slides/slide7.xml" Id="R1d3a4966ad46472d" /><Relationship Type="http://schemas.openxmlformats.org/officeDocument/2006/relationships/slide" Target="/ppt/slides/slide8.xml" Id="R9fc7f538480b4152" /><Relationship Type="http://schemas.openxmlformats.org/officeDocument/2006/relationships/slide" Target="/ppt/slides/slide9.xml" Id="R07b02271bf824e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41198bd94343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b3455696114815" /><Relationship Type="http://schemas.openxmlformats.org/officeDocument/2006/relationships/notesMaster" Target="/ppt/notesMasters/notesMaster1.xml" Id="R6bd6e2a2203f49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b2e949846e46fe" /><Relationship Type="http://schemas.openxmlformats.org/officeDocument/2006/relationships/notesMaster" Target="/ppt/notesMasters/notesMaster1.xml" Id="R4548243914f64e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0093fc87884d06" /><Relationship Type="http://schemas.openxmlformats.org/officeDocument/2006/relationships/notesMaster" Target="/ppt/notesMasters/notesMaster1.xml" Id="R5b453089a0cd47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100aaee8584182" /><Relationship Type="http://schemas.openxmlformats.org/officeDocument/2006/relationships/notesMaster" Target="/ppt/notesMasters/notesMaster1.xml" Id="R847b7cea35e040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db95f2e09b4243" /><Relationship Type="http://schemas.openxmlformats.org/officeDocument/2006/relationships/notesMaster" Target="/ppt/notesMasters/notesMaster1.xml" Id="Rac12db56478b4c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8e3d636d5a40cf" /><Relationship Type="http://schemas.openxmlformats.org/officeDocument/2006/relationships/notesMaster" Target="/ppt/notesMasters/notesMaster1.xml" Id="R29f21a14d0e94c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23e1521845462f" /><Relationship Type="http://schemas.openxmlformats.org/officeDocument/2006/relationships/notesMaster" Target="/ppt/notesMasters/notesMaster1.xml" Id="R173762831ffa4e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bb24afadd447bd" /><Relationship Type="http://schemas.openxmlformats.org/officeDocument/2006/relationships/notesMaster" Target="/ppt/notesMasters/notesMaster1.xml" Id="R32318720599a46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74782632544082" /><Relationship Type="http://schemas.openxmlformats.org/officeDocument/2006/relationships/notesMaster" Target="/ppt/notesMasters/notesMaster1.xml" Id="R04e5753c1e5d43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Pembuka: aplikasi ini membantu guru menyimpan data kelas, mencatat kehadiran, dan membaca rekap melalui alur yang sama. Sampaikan bahwa sesi berfokus pada pekerjaan harian guru, bukan detail teknis.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apps/school-administration-ui/src/components/includes/aside-menu/aside-menu.riot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Hubungkan tiga bagian ini dengan rutinitas guru. Tekankan bahwa alur dimulai dari data yang rapi, lalu dipakai saat absensi, dan berakhir pada rekap yang dapat diperiksa kembali.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apps/school-administration-ui/src/components/global/app-content/app-content.riot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alur ini sebagai peta sesi. Setelah login, tunjukkan Data Awal lebih dahulu. Lanjutkan ke Input Absensi, kemudian ke Rekap. Rekap Klasikal dapat diperlihatkan sebagai tampilan tambahan.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apps/school-administration-ui/src/components/includes/aside-menu/aside-menu.riot</a:t>
            </a:r>
          </a:p>
          <a:p xmlns:a="http://schemas.openxmlformats.org/drawingml/2006/main">
            <a:r>
              <a:t>- apps/school-administration-ui/src/components/global/app-content/app-content.riot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bahwa menu Data Awal bukan pekerjaan harian. Biasanya data disiapkan pada awal semester atau saat ada perubahan kelas. Tunjukkan tombol Tambah, Unduh Template Excel, dan Impor Excel/CSV.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bahwa guru dapat melihat ringkasan buat, ubah, tetap, serta pesan kesalahan sebelum menerapkan data. Tekankan tombol Terapkan Data baru aktif setelah pratinjau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Saat demo, pilih tahun ajaran, kelas, lalu tanggal. Klik pencarian untuk memuat siswa. Jelaskan bahwa urutan ini membantu mencegah pencatatan pada kelas atau tanggal yang keliru.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apps/school-administration-ui/src/components/includes/pages/absensi/absensi-input/absensi-input.riot</a:t>
            </a:r>
          </a:p>
          <a:p xmlns:a="http://schemas.openxmlformats.org/drawingml/2006/main">
            <a:r>
              <a:t>- apps/school-administration-ui/src/components/includes/pages/absensi/absensi-table/absensi-table.riot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filter rentang tanggal pada halaman Rekap. Setelah hasil muncul, arahkan perhatian ke tabel dan tombol unduh. Buka Rekap Klasikal bila waktu demo cukup.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  <a:p xmlns:a="http://schemas.openxmlformats.org/drawingml/2006/main">
            <a:r>
              <a:t>- apps/school-administration-ui/src/components/includes/pages/absensi/rekap/rekap-klasikal.riot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Alur demo ini dapat diselesaikan sekitar lima menit. Gunakan akun dan data pengembangan lokal. Jangan menampilkan atau mengubah data produksi selama latihan.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apps/school-administration-ui/src/components/includes/pages/login/login.riot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ajakan uji coba terbatas. Minta guru memberi masukan tentang kejelasan alur, bagian yang memperlambat pekerjaan, dan bentuk rekap yang paling berguna.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90d1e791e49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fa223629ee44d9" /><Relationship Type="http://schemas.openxmlformats.org/officeDocument/2006/relationships/slideLayout" Target="/ppt/slideLayouts/slideLayout1.xml" Id="R8eb82eaff85a46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b82eaff85a46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570224cab4417" /><Relationship Type="http://schemas.openxmlformats.org/officeDocument/2006/relationships/notesSlide" Target="/ppt/notesSlides/notesSlide1.xml" Id="R6b95a33086a84a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64108bdd6477c" /><Relationship Type="http://schemas.openxmlformats.org/officeDocument/2006/relationships/notesSlide" Target="/ppt/notesSlides/notesSlide2.xml" Id="Rb83c5640da254a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b30e17d4b4122" /><Relationship Type="http://schemas.openxmlformats.org/officeDocument/2006/relationships/notesSlide" Target="/ppt/notesSlides/notesSlide3.xml" Id="R1975e9a5172f44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edcdcde1549a4" /><Relationship Type="http://schemas.openxmlformats.org/officeDocument/2006/relationships/notesSlide" Target="/ppt/notesSlides/notesSlide4.xml" Id="Rf8bf5b43c1f645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a18db888d40ac" /><Relationship Type="http://schemas.openxmlformats.org/officeDocument/2006/relationships/notesSlide" Target="/ppt/notesSlides/notesSlide5.xml" Id="Rd5bcc8bcf00b41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69056137640e0" /><Relationship Type="http://schemas.openxmlformats.org/officeDocument/2006/relationships/notesSlide" Target="/ppt/notesSlides/notesSlide6.xml" Id="Rf5c2ed39f2b349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19dfa4b3f4c2c" /><Relationship Type="http://schemas.openxmlformats.org/officeDocument/2006/relationships/notesSlide" Target="/ppt/notesSlides/notesSlide7.xml" Id="R89689613b26c43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1c70a8a40438b" /><Relationship Type="http://schemas.openxmlformats.org/officeDocument/2006/relationships/notesSlide" Target="/ppt/notesSlides/notesSlide8.xml" Id="R02b548dc6ebe4d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14353c41840b2" /><Relationship Type="http://schemas.openxmlformats.org/officeDocument/2006/relationships/notesSlide" Target="/ppt/notesSlides/notesSlide9.xml" Id="R37dc17a874a34e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E2393-CEDF-417A-942E-3C5165ED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5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F4B85-A8DE-436A-8C1B-97D094D3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800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Platform Administrasi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Sekolah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1F468-BC36-4598-B73F-3ACB4D2D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Absensi dan data kelas yang siap dipakai setiap hari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F1BD5-C412-4121-ADE3-1B51141E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82D85-9C27-4252-8C20-5D723D66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Pengenalan untuk guru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A37DE-5F31-445E-93FB-EEEBF92D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rPr>
              <a:t>Data Awal   /   Input Absensi   /   Rekap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8B4C9-325F-4474-91B8-329EC7A5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150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5558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C6F42-3B2C-4BC5-A7C4-10E4AF0C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MENGAPA APLIKASI INI BERGUNA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3A0AD-8A5D-4F55-B549-82FADF0B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Satu alur untuk pekerjaan administrasi kelas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A706C-C0BB-493F-9B5F-8ECB7DC7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679A6-023C-4D52-B86B-75478F1A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FCE46-0ABA-4EE8-9CC6-E86A6EEA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43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Menyiapkan data kelas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1181C-5C6A-43AB-A5E8-9DF46197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812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Tahun ajaran, jenis kehadiran, siswa, dan penempatan kelas tersimpan sebagai data awal.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521B2-6C46-4AFB-9823-2A48EB80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28146-3C04-4433-A061-005D4022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BF686-0DD3-4E80-A4B8-5180E148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09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Mencatat kehadiran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9C558-A031-482A-ADA5-02865B2D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481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Guru memilih tahun ajaran, kelas, dan tanggal sebelum membuka daftar siswa.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3B1A9-0291-48CA-918E-27FC4523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8267D-91F3-4576-8C46-FC97CE8D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EBA6D-F1FB-42DC-93BB-8F9E9C1B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76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Membaca dan membagikan rekap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42AFD-9333-44DD-9B9F-9EDCA2D6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149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Rekap dapat difilter menurut periode dan kelas, lalu diekspor untuk kebutuhan lanjutan.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90686-72FD-48CA-B389-D1386D2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1154A-D354-4698-A742-2F162C42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7081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D6C0E-3009-457A-B06A-137E1E0F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NAVIGASI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05C19-7C8E-44EC-B033-AC6ACB63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Alur utama aplikasi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58E61-77DC-4AC5-B91F-4343D3F5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E5B41-F817-4A22-8AF7-9D7F93E8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337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49EDE-52C5-4F6C-84BA-9900E248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D6E25-CD03-465E-B52D-860629A1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9F2E8-32EC-43FB-95DF-D1210037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Masuk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584C7-B5EA-4D06-8EB4-9DCC6AD1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Gunakan akun guru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A2C07-5A90-4B39-A977-64261052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78BB9-7902-4262-800F-6CC3D90C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1980F-95CC-41E1-B976-AC58B108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Data Awal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79048-2D5D-4B55-887E-7148E9C9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Siapkan referensi kelas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5E441-6E5C-42AC-970C-9A13B366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59259-65B7-411F-9934-87286490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A9B6B-DC70-42BE-ACF5-9B083D1C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Input Absensi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EF3D1-39CC-4A1A-B8D7-82C93C4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Pilih kelas dan tanggal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E2BE5-D520-45E6-8C0B-5520A39E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C119B-F2F4-4279-8544-F2F8DCC3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B99C4-551A-4A78-8DF2-3817F591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Rekap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15BD87-952C-4786-8CCB-8C20B90F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Periksa hasil dan ekspor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C3026-F6C8-4D73-AEC8-B845A729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Menu guru juga menyediakan Home, Rekap Klasikal, About, dan Keluar.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0F31C-6F41-42B7-BFD3-8E719AD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3C8D1-ED53-46C0-B192-74849E60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9224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CF5CA-6C75-447E-883B-36D93F21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PERSIAPAN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01CCF-5149-4014-B589-739E44DE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Data Awal membentuk dasar absensi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55F42-057A-4B4F-AA81-6F114E6B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C55B3-D949-4EBD-984D-F350FBD9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Empat jenis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13CD0-D3CF-4B87-84E2-46D357B8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8B5E3-FB00-4D90-94BC-79BAF4D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Tahun ajaran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EEADD-26E7-4FB5-BDA1-94B9DDFF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Contoh: 2026/2027 - Semester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97601-4474-4070-BB6D-D6ECB6B4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F7994-0338-49E9-9568-E4A3E77C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Jenis kehadiran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C2748-E6FE-4BB0-8CAA-81A9847F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Label dan warna untuk grafik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791F3-FB4B-4976-B048-621D80E1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88888-1749-4151-AAA5-6C80C1DD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Siswa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9AF10-4A35-4B4B-AFF1-28A66DE9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ID alternatif dan nama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4B03C-95A4-4FE8-AA1F-29C8E4C1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89607-2BA7-4C32-B9ED-35A9F857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Penempatan kelas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E7ECE-97D4-4C60-A367-A2F28C63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Satu kelas aktif per tahun ajaran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1C968-EA02-423B-ADF0-65419F7F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4476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C4E46-1544-4D5B-9EC3-F17164A1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Cara memasukkan data siswa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35B33-6B91-48CE-AD3A-1FC8F429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Formulir langsung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37E44-E3BA-435E-9E66-30E87A74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Cocok untuk penambahan atau perubahan sedikit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1EDB6-3F9E-4C06-8977-EA905B2C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79314-B83E-4628-B631-E7EF4C4B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Impor Excel atau CSV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09FD0-2323-4A46-97D3-BB54CC0B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Cocok untuk daftar siswa dalam jumlah banyak. Template Excel tersedia di aplikasi.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17DF50-BA7E-46BA-9545-E11C8ED7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5F9E9-47E0-47A7-A848-164240A1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4127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781E0-08EC-4423-A1D0-BF524D1C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VALIDASI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10145-4C72-41DF-A44F-C12E6317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Pratinjau membantu mencegah perubahan yang tidak disengaja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574D9-0F68-4599-B6F5-83B5DAFF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00100" y="2076450"/>
          <a:ext xmlns:a="http://schemas.openxmlformats.org/drawingml/2006/main" cx="1057275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24250"/>
                <a:gridCol w="3524250"/>
                <a:gridCol w="3524250"/>
              </a:tblGrid>
              <a:tr h="6096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Tahap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Yang dilakukan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Hasil yang diperiksa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 Siapkan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Isi formulir atau impor file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Nama kolom dan data kelas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 Validasi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Klik Validasi &amp; Pratinjau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Buat, ubah, tetap, atau kesalahan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 Perbaiki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Koreksi baris yang bermasalah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Pratinjau harus valid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 Terapkan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Konfirmasi Terapkan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lain tidak ikut terhapus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F8D52-65DA-49D9-AEA7-CD08F918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Batas impor: 5.000 baris per proses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3CCC6-59FF-442D-942E-EA580061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10200"/>
            <a:ext cx="489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Baris yang tidak dicantumkan tidak dihapus.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5D51E-19AC-4CEB-9A75-15105083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BD523-E58D-4BFE-8432-C5898700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4733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188D5-0170-418C-8980-E1E76695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PEKERJAAN HARIAN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5454C-BA60-4219-9F84-59CD287A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Input absensi dimulai dari kelas dan tanggal yang tepat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E9364-7EE5-409F-8545-165410FE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0D149-3B4E-4D28-9537-ACBE5F58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ED2C4-DBAE-48BB-AA0B-C2FEDBB9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TAHUN 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3E24E-53F5-405D-AAF6-5A78C042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2026/2027 - Semester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4C3E6-3F46-460D-A7F9-BC889892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KELAS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3E5AB-98E2-4361-9F9E-EFAEF349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KELAS I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59799-C20C-4BA2-9E66-B9D6C86D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TANGGAL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8CFD1-82F1-4F80-8036-7E78F912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2026-08-26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73124-3B0A-4BA8-982D-C3E16575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Daftar siswa muncul setelah pencarian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D7378-7EBD-4F16-9905-A58154E8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3F273-ECC3-461B-9969-96ABCDCC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Pastikan tahun ajaran dan kelas sesuai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8028D-31EF-4C3A-AEE2-454529EB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C5C6B-E1FD-4E84-A5E8-642159E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Periksa tanggal sebelum mencatat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9052D-33E4-4908-89CA-385D102B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3A302-F1E6-47AF-9F35-AC737652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24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Simpan dan cek pesan berhasil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737ED-A9A2-4FF7-AB40-849DD816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429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F6555-93FF-419E-AA28-3FAA307C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481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Kebiasaan aman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7C6ED-B0FC-4E9D-95FC-F07DE697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Sebutkan kelas dan tanggal saat memeriksa ulang bersama rekan guru.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05FAA-D1BB-4197-A8DC-278E014F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3F79B8-8EFF-4BD7-873A-CE7095ED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6083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38251-5E0E-47F9-BBDB-F903CD48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PEMANTAUAN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64888-0D69-4745-9568-710F9125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Rekap mengubah catatan harian menjadi informasi kelas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BDEC8-AADB-4273-AF02-0573634A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B1650-96B6-47FA-AA76-9FC74541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Filter yang tersedia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FE5D9-DE21-4E1E-9B36-3E92907A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42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Tahun ajaran</a:t>
            </a:r>
          </a:p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Kelas</a:t>
            </a:r>
          </a:p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Tanggal awal dan akhir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6D561-97A4-4D50-93A0-E6247042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B6CF3-FAD4-49F2-AE95-DB122DAF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Hasil yang dapat dipakai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6B07D-E389-4C22-8D6C-F9A226CC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Rekap per siswa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F15EC-C566-4673-80F3-9DBC61CD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Lihat status kehadiran pada rentang tanggal yang dipilih.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55F08-208B-4686-8958-CCD6C7EA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Ekspor Excel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96DAB-7092-4697-A438-C4FDEC77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195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Bawa data ke kebutuhan administrasi atau pelaporan lanjutan.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E9873-859C-4F64-BA87-43045037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00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Rekap Klasikal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4C22B-E4D5-4374-8B19-E61643C5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81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Lihat ringkasan kehadiran kelas dalam tampilan terpisah.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24E4B-191B-4CB5-9524-5787C53E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AD050-E3A3-4FC0-A986-0B718E40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1932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62B9B-F0FA-4006-9E2E-753DD18A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 singkat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CB797-084F-427D-8F31-2E3F4C66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Satu kelas, satu tanggal, satu rekap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FD00D-C112-4549-9DC7-9814D48B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FCDDC-3F94-4BDF-8A8D-614A1A5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00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Masuk sebagai guru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4AEC6-2555-4680-A0A1-73F91030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Perlihatkan profil dan menu utama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FD821-2F2B-4BF3-9E92-EDD45A23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A6152-1078-4E2B-9831-9EC206A4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27155-0C2E-4738-9184-D6B0866C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Buka Data Awal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8BB78-A0A4-4B11-A06A-60B4EC37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Tunjukkan siswa dan penempatan kelas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EB85C-E567-43B9-9FEC-7C983EA9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EC878-CF15-4934-8F09-B0D268CE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2DE2C-0994-4234-BE4C-612F8D2E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Isi absensi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C6525-3CEC-493C-9D20-A4507B69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Pilih kelas, tanggal, dan simpan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939EC-5452-492A-B324-FF8956A7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9ED89-6871-4301-A827-E304CB28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6EF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86EFA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D9C96-B5AD-4E09-B546-4CB6E1B1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Buka Rekap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52403-EC05-4E59-BB16-3CD68AC0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Filter periode dan unduh hasil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4F9A6-AFC6-4E2C-AF5B-D5B7197B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DE6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DE68A"/>
                </a:solidFill>
                <a:latin typeface="Helvetica Neue"/>
                <a:ea typeface="Helvetica Neue"/>
                <a:cs typeface="Helvetica Neue"/>
              </a:rPr>
              <a:t>Gunakan data contoh. Hindari mengubah data sekolah yang sedang dipakai.</a:t>
            </a:r>
          </a:p>
        </p:txBody>
      </p:sp>
    </p:spTree>
    <p:extLst>
      <p:ext uri="{BB962C8B-B14F-4D97-AF65-F5344CB8AC3E}">
        <p14:creationId xmlns:p14="http://schemas.microsoft.com/office/powerpoint/2010/main" val="636694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36160-B974-4963-9D71-8EE6C3BF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LANGKAH BERIKUTNYA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F6816-0328-44C2-90D7-05D95D1C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Mulai dengan satu kelas dan satu minggu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64B4F-5E62-4A63-9CC9-FAA79B2F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3B884-AA3B-4C14-B92A-ABFD4638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0D035-ACC8-4BF3-9333-2A57F141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Pastikan Data Awal sudah benar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3E48A-CD64-4D89-8A39-686F3733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193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Periksa tahun ajaran, jenis kehadiran, dan daftar siswa.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27709-E0D1-43E6-9870-6F2642FB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177B8-6826-455E-895A-4590DA94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6235A-679D-4A5A-B7E1-8BF7C7F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Gunakan absensi pada kegiatan nyata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49DA6-51D9-4174-AB18-A7DC3EA2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Catat kendala yang muncul saat kelas berlangsung.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CEAA9-E4E2-402D-A64D-4E7D1A55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F51DA-04A8-4728-B47D-277B75AC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2B473-3BC4-4195-9422-CF68865D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Tinjau rekap bersama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F6093-7853-41DD-B0AF-7C7D35E2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006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Sepakati perbaikan alur sebelum penggunaan diperluas.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37010-E07C-4E43-B8EA-868636D3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1809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5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9F707-D41E-4A85-A669-2835E4B6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Fokus sesi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0EB6E-6B66-4F29-9B28-3F1FFBDF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133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Apakah alurnya jelas?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Apa yang menghambat?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Rekap apa yang paling dibutuhkan?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48358-5639-4179-A102-16E8033D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PLATFORM ADMINISTRASI SEKOLAH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89530-041E-4DEE-86E7-CF7173AE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09755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2026-09-05T02:12:10.0540000Z</dcterms:created>
  <dcterms:modified xsi:type="dcterms:W3CDTF">2026-09-05T02:12:10.0540000Z</dcterms:modified>
</coreProperties>
</file>