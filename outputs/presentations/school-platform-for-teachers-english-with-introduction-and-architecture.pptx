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e6999eb6184dd1" /><Relationship Type="http://schemas.openxmlformats.org/officeDocument/2006/relationships/extended-properties" Target="/docProps/app.xml" Id="Re610ad44a2804b45" /><Relationship Type="http://schemas.openxmlformats.org/officeDocument/2006/relationships/officeDocument" Target="/ppt/presentation.xml" Id="R549bf2ea22114e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39b523669544f8"/>
  </p:sldMasterIdLst>
  <p:notesMasterIdLst>
    <p:notesMasterId xmlns:r="http://schemas.openxmlformats.org/officeDocument/2006/relationships" r:id="R2863c20930364b38"/>
  </p:notesMasterIdLst>
  <p:sldIdLst>
    <p:sldId xmlns:r="http://schemas.openxmlformats.org/officeDocument/2006/relationships" id="256" r:id="R63c762f33ac24a45"/>
    <p:sldId xmlns:r="http://schemas.openxmlformats.org/officeDocument/2006/relationships" id="257" r:id="R0452b8c0ed384672"/>
    <p:sldId xmlns:r="http://schemas.openxmlformats.org/officeDocument/2006/relationships" id="258" r:id="R4b7fad822dff4cfb"/>
    <p:sldId xmlns:r="http://schemas.openxmlformats.org/officeDocument/2006/relationships" id="259" r:id="R18abe5fd2bc54ef3"/>
    <p:sldId xmlns:r="http://schemas.openxmlformats.org/officeDocument/2006/relationships" id="260" r:id="R6d6c38ece5834fd5"/>
    <p:sldId xmlns:r="http://schemas.openxmlformats.org/officeDocument/2006/relationships" id="261" r:id="R16ec83aaa0b54720"/>
    <p:sldId xmlns:r="http://schemas.openxmlformats.org/officeDocument/2006/relationships" id="262" r:id="R86f4fa75a20d446d"/>
    <p:sldId xmlns:r="http://schemas.openxmlformats.org/officeDocument/2006/relationships" id="263" r:id="R50ffb1e84cc24394"/>
    <p:sldId xmlns:r="http://schemas.openxmlformats.org/officeDocument/2006/relationships" id="264" r:id="Rae267b1e77654062"/>
    <p:sldId xmlns:r="http://schemas.openxmlformats.org/officeDocument/2006/relationships" id="265" r:id="R73101a292084461f"/>
    <p:sldId xmlns:r="http://schemas.openxmlformats.org/officeDocument/2006/relationships" id="266" r:id="R112b772cdf5e43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87f595bfe6426a" /><Relationship Type="http://schemas.openxmlformats.org/officeDocument/2006/relationships/slideMaster" Target="/ppt/slideMasters/slideMaster1.xml" Id="Red39b523669544f8" /><Relationship Type="http://schemas.openxmlformats.org/officeDocument/2006/relationships/notesMaster" Target="/ppt/notesMasters/notesMaster1.xml" Id="R2863c20930364b38" /><Relationship Type="http://schemas.openxmlformats.org/officeDocument/2006/relationships/presProps" Target="/ppt/presProps.xml" Id="Rd95d05b6683341a7" /><Relationship Type="http://schemas.openxmlformats.org/officeDocument/2006/relationships/tableStyles" Target="/ppt/tableStyles.xml" Id="R1ff60b4fc19d402e" /><Relationship Type="http://schemas.openxmlformats.org/officeDocument/2006/relationships/slide" Target="/ppt/slides/slide1.xml" Id="R63c762f33ac24a45" /><Relationship Type="http://schemas.openxmlformats.org/officeDocument/2006/relationships/slide" Target="/ppt/slides/slide2.xml" Id="R0452b8c0ed384672" /><Relationship Type="http://schemas.openxmlformats.org/officeDocument/2006/relationships/slide" Target="/ppt/slides/slide3.xml" Id="R4b7fad822dff4cfb" /><Relationship Type="http://schemas.openxmlformats.org/officeDocument/2006/relationships/slide" Target="/ppt/slides/slide4.xml" Id="R18abe5fd2bc54ef3" /><Relationship Type="http://schemas.openxmlformats.org/officeDocument/2006/relationships/slide" Target="/ppt/slides/slide5.xml" Id="R6d6c38ece5834fd5" /><Relationship Type="http://schemas.openxmlformats.org/officeDocument/2006/relationships/slide" Target="/ppt/slides/slide6.xml" Id="R16ec83aaa0b54720" /><Relationship Type="http://schemas.openxmlformats.org/officeDocument/2006/relationships/slide" Target="/ppt/slides/slide7.xml" Id="R86f4fa75a20d446d" /><Relationship Type="http://schemas.openxmlformats.org/officeDocument/2006/relationships/slide" Target="/ppt/slides/slide8.xml" Id="R50ffb1e84cc24394" /><Relationship Type="http://schemas.openxmlformats.org/officeDocument/2006/relationships/slide" Target="/ppt/slides/slide9.xml" Id="Rae267b1e77654062" /><Relationship Type="http://schemas.openxmlformats.org/officeDocument/2006/relationships/slide" Target="/ppt/slides/slide10.xml" Id="R73101a292084461f" /><Relationship Type="http://schemas.openxmlformats.org/officeDocument/2006/relationships/slide" Target="/ppt/slides/slide11.xml" Id="R112b772cdf5e43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5b705195084b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c360a724cc45db" /><Relationship Type="http://schemas.openxmlformats.org/officeDocument/2006/relationships/notesMaster" Target="/ppt/notesMasters/notesMaster1.xml" Id="R35f46bd1d19144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472b4cafe24dd4" /><Relationship Type="http://schemas.openxmlformats.org/officeDocument/2006/relationships/notesMaster" Target="/ppt/notesMasters/notesMaster1.xml" Id="Rf2f75f4f5bd04f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c21d3609014180" /><Relationship Type="http://schemas.openxmlformats.org/officeDocument/2006/relationships/notesMaster" Target="/ppt/notesMasters/notesMaster1.xml" Id="Rf87859c5cc6446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9bcf8a446f47e3" /><Relationship Type="http://schemas.openxmlformats.org/officeDocument/2006/relationships/notesMaster" Target="/ppt/notesMasters/notesMaster1.xml" Id="R19ba28127a1848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f1320828624438" /><Relationship Type="http://schemas.openxmlformats.org/officeDocument/2006/relationships/notesMaster" Target="/ppt/notesMasters/notesMaster1.xml" Id="R6cb14700942d4b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4895d1d1fe4af3" /><Relationship Type="http://schemas.openxmlformats.org/officeDocument/2006/relationships/notesMaster" Target="/ppt/notesMasters/notesMaster1.xml" Id="R203ef317b2374d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50912caa614477" /><Relationship Type="http://schemas.openxmlformats.org/officeDocument/2006/relationships/notesMaster" Target="/ppt/notesMasters/notesMaster1.xml" Id="R859fd2f5117843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d7cff326944b0e" /><Relationship Type="http://schemas.openxmlformats.org/officeDocument/2006/relationships/notesMaster" Target="/ppt/notesMasters/notesMaster1.xml" Id="R6166fc729c824d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9193258e3a4972" /><Relationship Type="http://schemas.openxmlformats.org/officeDocument/2006/relationships/notesMaster" Target="/ppt/notesMasters/notesMaster1.xml" Id="R30dc5b488f294a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9caf55ea5a4d7e" /><Relationship Type="http://schemas.openxmlformats.org/officeDocument/2006/relationships/notesMaster" Target="/ppt/notesMasters/notesMaster1.xml" Id="R1283dbca7b2b48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bd3e5154d094e7d" /><Relationship Type="http://schemas.openxmlformats.org/officeDocument/2006/relationships/notesMaster" Target="/ppt/notesMasters/notesMaster1.xml" Id="Rda112a84707446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the application helps teachers maintain class records, enter attendance, and review reports through one workflow. Keep the session focused on daily teaching tasks rather than technical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apps/school-administration-ui/src/components/includes/aside-menu/aside-menu.riot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yourself briefly. Emphasize your backend and platform background, your education-technology experience at Ruangguru, and your interest in hearing how the workflow fits real classroom routines.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/Users/kennykarnama/Documents/Kenny_Karnama_CV_2026_updated.pdf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explanation high-level. Cloud DNS maps the school domain to the VM's external IP. Nginx terminates HTTPS and forwards browser traffic to the UI. The application stack runs in Docker Compose on a small GCP Spot VM. The administration and user APIs connect to separate CockroachDB Cloud databases.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deployment description, 2026-09-05</a:t>
            </a:r>
          </a:p>
          <a:p xmlns:a="http://schemas.openxmlformats.org/drawingml/2006/main">
            <a:r>
              <a:t>- deploy/compose.yaml</a:t>
            </a:r>
          </a:p>
          <a:p xmlns:a="http://schemas.openxmlformats.org/drawingml/2006/main">
            <a:r>
              <a:t>- deploy/README.md</a:t>
            </a:r>
          </a:p>
          <a:p xmlns:a="http://schemas.openxmlformats.org/drawingml/2006/main">
            <a:r>
              <a:t>- deploy/proxy/README.md</a:t>
            </a:r>
          </a:p>
          <a:p xmlns:a="http://schemas.openxmlformats.org/drawingml/2006/main">
            <a:r>
              <a:t>- deploy/proxy/templates/school.conf.template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these three parts to a teacher's routine. The process begins with clean records, continues with daily attendance, and ends with reports that teachers can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apps/school-administration-ui/src/components/global/app-content/app-content.riot</a:t>
            </a:r>
          </a:p>
          <a:p xmlns:a="http://schemas.openxmlformats.org/drawingml/2006/main">
            <a:r>
              <a:t>- apps/school-administration-ui/src/components/includes/pages/absensi/rekap/rekap.riot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workflow as the map for the session. After signing in, show Initial Data first. Continue to Attendance Entry, then Reports. Show the Class Summary if time allows.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apps/school-administration-ui/src/components/includes/aside-menu/aside-menu.riot</a:t>
            </a:r>
          </a:p>
          <a:p xmlns:a="http://schemas.openxmlformats.org/drawingml/2006/main">
            <a:r>
              <a:t>- apps/school-administration-ui/src/components/global/app-content/app-content.riot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Initial Data is not a daily task. Schools usually prepare it at the beginning of a semester or when class assignments change. Show the Add, Download Excel Template, and Import Excel/CSV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apps/school-administration-ui/src/components/includes/pages/setup/setup.riot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that teachers can review create, update, unchanged, and error results before applying records. The Apply Data button becomes available only after the preview is valid.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apps/school-administration-ui/src/components/includes/pages/setup/setup.riot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During the demo, select the academic year, class, and date. Search to load the students. Explain how this order helps prevent entries under the wrong class or 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apps/school-administration-ui/src/components/includes/pages/absensi/absensi-input/absensi-input.riot</a:t>
            </a:r>
          </a:p>
          <a:p xmlns:a="http://schemas.openxmlformats.org/drawingml/2006/main">
            <a:r>
              <a:t>- apps/school-administration-ui/src/components/includes/pages/absensi/absensi-table/absensi-table.riot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date-range filters on the Reports page. After the results appear, point out the table and download control. Open the Class Summary if time allows.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apps/school-administration-ui/src/components/includes/pages/absensi/rekap/rekap.riot</a:t>
            </a:r>
          </a:p>
          <a:p xmlns:a="http://schemas.openxmlformats.org/drawingml/2006/main">
            <a:r>
              <a:t>- apps/school-administration-ui/src/components/includes/pages/absensi/rekap/rekap-klasikal.riot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demonstration takes about five minutes. Use the local development account and sample records. Do not display or change production data during practice.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apps/school-administration-ui/src/components/includes/pages/login/login.riot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proposing a limited trial. Ask teachers whether the workflow is clear, what slows them down, and which reports would help most.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apps/school-administration-ui/src/components/includes/pages/setup/setup.riot</a:t>
            </a:r>
          </a:p>
          <a:p xmlns:a="http://schemas.openxmlformats.org/drawingml/2006/main">
            <a:r>
              <a:t>- apps/school-administration-ui/src/components/includes/pages/absensi/rekap/rekap.riot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26ce49035041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845227b7a84336" /><Relationship Type="http://schemas.openxmlformats.org/officeDocument/2006/relationships/slideLayout" Target="/ppt/slideLayouts/slideLayout1.xml" Id="Rdec5b8c5f0b248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c5b8c5f0b248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a1da093a04ea9" /><Relationship Type="http://schemas.openxmlformats.org/officeDocument/2006/relationships/notesSlide" Target="/ppt/notesSlides/notesSlide1.xml" Id="R915212d6c94340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c9f46144e4cca" /><Relationship Type="http://schemas.openxmlformats.org/officeDocument/2006/relationships/notesSlide" Target="/ppt/notesSlides/notesSlide2.xml" Id="R2ce6d0bd6fc14a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3ca4f0bcc405c" /><Relationship Type="http://schemas.openxmlformats.org/officeDocument/2006/relationships/notesSlide" Target="/ppt/notesSlides/notesSlide3.xml" Id="R95a1ce3cb3374f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5af8d8264145c3" /><Relationship Type="http://schemas.openxmlformats.org/officeDocument/2006/relationships/notesSlide" Target="/ppt/notesSlides/notesSlide4.xml" Id="R8e708497aa6f45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95b3174124b38" /><Relationship Type="http://schemas.openxmlformats.org/officeDocument/2006/relationships/notesSlide" Target="/ppt/notesSlides/notesSlide5.xml" Id="Rd6bbafc8660e48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83bcb36ef421d" /><Relationship Type="http://schemas.openxmlformats.org/officeDocument/2006/relationships/notesSlide" Target="/ppt/notesSlides/notesSlide6.xml" Id="R6edca74b582341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5593a20a3435c" /><Relationship Type="http://schemas.openxmlformats.org/officeDocument/2006/relationships/notesSlide" Target="/ppt/notesSlides/notesSlide7.xml" Id="R333b51222d7644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16cc4f1a04bed" /><Relationship Type="http://schemas.openxmlformats.org/officeDocument/2006/relationships/notesSlide" Target="/ppt/notesSlides/notesSlide8.xml" Id="Ra4f9e7914a2743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89c5bbc5a4a4d" /><Relationship Type="http://schemas.openxmlformats.org/officeDocument/2006/relationships/notesSlide" Target="/ppt/notesSlides/notesSlide9.xml" Id="Rfbd41efa6f844a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6d0591b8249e2" /><Relationship Type="http://schemas.openxmlformats.org/officeDocument/2006/relationships/notesSlide" Target="/ppt/notesSlides/notesSlide10.xml" Id="R5a4ef33b40db42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7f71513a44ddf" /><Relationship Type="http://schemas.openxmlformats.org/officeDocument/2006/relationships/notesSlide" Target="/ppt/notesSlides/notesSlide11.xml" Id="R92c485cb616446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E829C5-D0A9-4F26-A693-8D63879D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55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AB24E-0013-41E7-B6B1-0A7B8863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66850"/>
            <a:ext cx="8001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School Administration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764EBC-1404-4B08-AAE2-552BCC4D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Attendance and class records for everyday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E7E73-CFFC-44A2-8411-5DA94781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638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7556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854499-5BC2-4D20-A674-7FE816A4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rPr>
              <a:t>Introduction for teachers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BAA91-3FBE-44EE-8EE1-3F741693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2E8F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2E8F0"/>
                </a:solidFill>
                <a:latin typeface="Helvetica Neue"/>
                <a:ea typeface="Helvetica Neue"/>
                <a:cs typeface="Helvetica Neue"/>
              </a:rPr>
              <a:t>Initial Data   /   Attendance Entry   /   Reports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296098-C328-4690-B477-2AD38DDC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150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085943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0B123F-DD09-4737-A1FE-5747E053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YOUR PRESENTER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4886E-CDA2-464D-9E12-DC225B6B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Kenny Karnama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324974-81F9-472D-BBA6-E74B8062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B4A26-7E0C-4BB8-9DFA-31984668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Technical Lead / Senior Software Engineer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122D7-3C9B-4367-8F08-57A0B028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Backend platforms, distributed systems, workflow engines, and data processing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DC0DB-3E96-4B7F-8BCC-3532BB80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95650"/>
            <a:ext cx="1285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8+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B9CCC-147B-42C7-A3DD-64F98800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E293B"/>
                </a:solidFill>
                <a:latin typeface="Helvetica Neue"/>
                <a:ea typeface="Helvetica Neue"/>
                <a:cs typeface="Helvetica Neue"/>
              </a:rPr>
              <a:t>years in software 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583253-CEF4-4308-A496-B0DB65F0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19450"/>
            <a:ext cx="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91A3A4-0CAB-4D1B-B123-E823497B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333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Education technology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15D00E-42D7-4ADF-93F2-9BAD778A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338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Built high-throughput content, streaming, and live quiz services at Ruangguru.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DE8DEF-4DC3-40DD-8047-E7337419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19450"/>
            <a:ext cx="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E4C7A8-1949-43F3-B3D3-65C91D5A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Platform engineering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D5B910-63ED-481F-BB6E-19062026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33800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Hands-on experience with GCP, Docker, Kubernetes, API design, and CockroachDB.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DE041-6179-4813-B4DD-A01F7113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1036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2478A6-5782-4055-808F-4002FFCC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7212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Today: a practical walkthrough of the platform, followed by teacher feedback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9204A4-70F0-455C-A72F-EDF8AE31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SCHOOL ADMINISTRATION PLATFORM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D21BD0-81C2-43C8-8074-3A762529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913692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8B4128-FFD8-4A1E-8809-87652B8B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HIGH-LEVEL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A358BA-42DA-4EAD-8720-DF8CC98F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 compact cloud architecture for the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E43862-F6FE-4303-B304-11AE10EF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A8DBA-5042-4811-AA2C-71F53E4A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3855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2B61A-3DAE-45B3-821B-3CCB15B3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3855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5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6183D-643F-479A-95FF-F9A247AD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3855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D3C64-155A-466E-BD79-EA4BF0F2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1432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domain lookup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F58A98-A975-48A2-B86D-9224202F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43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HTTPS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042985-8EA4-4C95-9FDB-CD006E43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432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A314C9-D584-439A-A692-AD7B50C4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428750" cy="15621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2D3FFC-CF04-40A4-9D66-9A11BC41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95650"/>
            <a:ext cx="1085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Teachers and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school staff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B5173C-3FD7-4811-A631-9E094545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857500"/>
            <a:ext cx="16192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87C046-E29F-431D-9784-68E66E93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575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Cloud DNS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B7CCB8-0073-4E39-A74D-87C53CD9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338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School domain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4D6AE5-2875-499F-8D9D-B5E10610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19300"/>
            <a:ext cx="4191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53D431-6F2D-432D-A100-69120FD5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28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GCP Spot VM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430A3A-BEB5-4FB1-8547-CE57433B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908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2 vCPU / 1 GB RAM / 20 GB standard disk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A471A8-DD8D-4326-9388-8266E979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048000"/>
            <a:ext cx="3524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23DB33-BA91-47CE-A362-92E74969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194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Nginx reverse proxy and TLS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5EB733-7025-4535-942D-E4DEBEEB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848100"/>
            <a:ext cx="3524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216757-0A32-49A2-B4E5-DF832299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000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Docker Compose application stack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6CDC88-1E2B-4BC2-B6EC-575D581F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81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rPr>
              <a:t>School UI</a:t>
            </a:r>
          </a:p>
          <a:p xmlns:a="http://schemas.openxmlformats.org/drawingml/2006/main">
            <a:pPr algn="ctr">
              <a:defRPr sz="12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rPr>
              <a:t>Administration API and User 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52E8AF-2169-4A83-81AC-B8ACCFC8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705100"/>
            <a:ext cx="1857375" cy="186690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BBC9F6-321F-4EDE-9FD6-B65AA08D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048000"/>
            <a:ext cx="14954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CockroachDB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Cloud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48DFAB-FFB5-492C-881B-A23EBA73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829050"/>
            <a:ext cx="1495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school_administration</a:t>
            </a:r>
          </a:p>
          <a:p xmlns:a="http://schemas.openxmlformats.org/drawingml/2006/main">
            <a:pPr algn="ctr">
              <a:defRPr sz="10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school_user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4151B0-3874-4D1D-A7B5-C7358069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769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Cloud DNS resolves the domain. Nginx receives HTTPS traffic and routes it to the application containers. The APIs connect to CockroachDB Cloud.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06FE7C-6ECC-49CA-A918-972484C6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SCHOOL ADMINISTRATION PLATFORM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FAE60C-A67C-46D8-A082-86026832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783750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CDA4F5-2C66-4854-8D7A-6393FE58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WHY THIS APPLICATION HELPS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D51E93-D21E-41F5-8536-287ECDD4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One workflow for classroom administration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C32D2-7A62-4C8E-BEB1-2C2259C8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BF17D0-1CC7-4CB5-BD3B-5F3A4AF3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402486-1066-461C-917F-C8841CAB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9431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Prepare class records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4402B5-2970-4823-921B-F3E2448C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381250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Academic years, attendance types, students, and class assignments become the starting records.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451233-5015-4DC3-94B6-B612C3A1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D4696F-A124-48A2-A82F-131DF02F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154B00-0726-4B83-B1EC-812D1A8C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4099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Record attendance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D11D71-6D0B-47F8-BAF1-844E6FB8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848100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Teachers select the academic year, class, and date before opening the student list.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9B126B-46AA-43EB-A463-CFCC57D8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6DEBA2-5C4D-48ED-94E3-4C40FE8F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3D6155-F18A-4281-8A0B-B1D183C1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8768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Review and share reports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EE630F-4B5E-4B6A-8A70-BFF8C0A3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314950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Reports can be filtered by period and class, then exported for follow-up work.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77C83D-EA1C-4123-B992-EB3780CE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SCHOOL ADMINISTRATION PLATFORM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74BC01-86D4-458B-B953-EA9C947D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696649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310A62-DC65-4C31-8EBB-89BE6D23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NAVIGATION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87D0F-708E-42E7-8B96-79E8B1E1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Main application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D82735-D01B-459A-B658-D163F9A8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D7F84-2430-4FBD-8F66-44E77EAA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33375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C93FAC-4C1D-44BA-821C-A66EEFE5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81250"/>
            <a:ext cx="2047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A2462-A134-426F-A96B-96FA6346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5717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16CE88-D0A7-4178-9BA5-1EFF3A6A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1432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Sign 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CD833B-906C-4B97-A992-C2854F50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6385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Use a teacher account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ACBE32-29F9-4037-B58D-F0EFFDB8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2047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44C11A-C59C-4E55-BE08-2B168F93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5717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2C2C6E-765C-4557-90CD-6BF48C59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432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Initial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CA0F6B-FDA3-42FF-A9E6-3285E011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385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Prepare class records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B5C87A-55FC-490B-AF99-8F175C97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81250"/>
            <a:ext cx="2047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6C07EC-7D17-4117-9446-36B75953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5717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03CA7A-B02F-4C6E-93A4-7CAAE2D2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1432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Attendance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8162D7-B709-403B-8D51-CEA286AC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6385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Choose a class and 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2E3379-B16E-419F-95F4-60ACEE22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81250"/>
            <a:ext cx="20478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BF1262-ED87-4E3F-8F06-C4FC9394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717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1F65D0-A8DB-4D4B-A3FE-8C91884C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43250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Reports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688CEF-AAD3-46B8-BA3E-A2675591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385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Review and export results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481B5C-4BCD-414A-8B4A-0677EF15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149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The teacher menu also includes Home, Class Summary, About, and Sign Out.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4C1E66-E0D1-401C-A899-B0AE2240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SCHOOL ADMINISTRATION PLATFORM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72CD4F-FC4D-449D-9598-DE19E005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229870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AB330F-1AE1-4553-ACCB-655D2C68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PREPARATION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775C2-BC59-4F2D-B41D-89EF799B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Initial Data provides the foundation for attendance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671FE-341D-43F9-B4A3-3D00E9DE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FDD1B-E1F0-4DA1-BC0C-A951ABBC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Four record types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150988-D270-4A17-AAE3-8B88F521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984328-A812-422B-AA08-463B8ED6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62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Academic year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5E6C7-5885-4324-9D3C-C364BAA8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241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Example: 2026/2027 - Semester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2A9D2-35BB-4B74-B4C3-3BE2DD66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955B0A-DB91-40DA-85F7-990BB9D0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38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Attendance types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27DFB4-C1D3-40AC-B0A0-6722B533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004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Labels and colors for reports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4704E-F809-4C78-B921-ED5E3468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148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808A74-1477-4354-BB30-C044F897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14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Students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D6E019-A146-4C7C-A2CE-813BA808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767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Alternative ID and name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BEABAF-CAD3-4540-9F09-B2768173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911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EC0AFB-7911-4383-B83A-134AFC8B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91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Class assignments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81BCDB-02BF-4791-869E-F0B1EC69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530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One active class per academic year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36916F-531E-4DB6-8259-6DF8E563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81200"/>
            <a:ext cx="4476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4E1634-D870-414B-A5D5-4A0953B4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241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Ways to enter student records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7C3A59-23C8-4BC1-A5E8-CE8F587A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099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Direct entry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9A91C0-1126-437B-A63E-1B01F8E7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528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Best for adding or changing a small number of records.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0CB051-ECCE-4D50-BC5E-80AC7174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005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7C2D52-8220-4815-AD45-AA33F688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053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Excel or CSV import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A9CE3E-9234-4A57-9DDA-4BCBCC9A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482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Best for larger student lists. An Excel template is available in the application.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08F962-D5FD-47AF-BCAB-6AF04FCD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SCHOOL ADMINISTRATION PLATFORM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75360F-0F8A-4968-921E-1BA18952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054605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568E5-0806-4DFA-8F77-5F56CFC6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DATA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59A622-4DBE-49F5-B2F5-39D6B063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Preview reduces unintended record changes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A17A7-F6D2-41DA-8864-7F8B5DEC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800100" y="2076450"/>
          <a:ext xmlns:a="http://schemas.openxmlformats.org/drawingml/2006/main" cx="10572750" cy="3048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524250"/>
                <a:gridCol w="3524250"/>
                <a:gridCol w="3524250"/>
              </a:tblGrid>
              <a:tr h="6096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to check</a:t>
                      </a:r>
                    </a:p>
                  </a:txBody>
                  <a:tcPr marL="91440" marR="91440" marT="45720" marB="45720">
                    <a:solidFill>
                      <a:srgbClr val="0F172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5755D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 Prepare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Complete the form or import a file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Column names and class records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5755D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 Validate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 Validate &amp; Preview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Create, update, unchanged, or error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5755D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 Correct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Fix any problem rows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The preview must be valid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5755D9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4. Apply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Confirm Apply Data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E29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Other records remain in place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B9670D-D910-45B9-860E-2F818C89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Import limit: 5,000 rows per operation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1027D-CC1D-4643-8BF7-CDADBAED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10200"/>
            <a:ext cx="489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Omitted records are not deleted.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C86E18-9D78-4312-ACBD-9B3D3770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SCHOOL ADMINISTRATION PLATFORM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E7A6F-655A-409E-8049-FCC5C094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164618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95C47F-288D-45DA-91B7-8C9744FD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DAILY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964803-06BE-4417-9A6E-DB086E11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Attendance entry starts with the correct class and date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7C66D-D460-4028-81C5-46C6C432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7A315-58FC-41DB-B5BE-A7FE9C9F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2C70C-E6B5-4227-832E-669277DC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ACADEMIC YEAR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24ED9D-C9CC-41C0-8340-986156E6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2026/2027 - Semester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0D6AE4-6791-451C-9C5D-F4FFE990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95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CLASS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A8780-5DF3-496B-89FE-E7893C29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00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CLASS I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4D2A49-3F33-48DE-815E-4B081733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955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DC3CA7-0359-4D9A-8A82-A19FE7B6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00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2026-08-26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818581-E76D-407E-AD44-DAC58B90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The student list appears after 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9B9F1F-B9EC-4D79-A64F-DD1B702E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07410E-9F53-40A3-BF2C-848EE691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814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rPr>
              <a:t>Confirm the academic year and class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C50793-7B61-4891-AFD3-34BDD79C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3808A7-9EE0-4C6C-8FCD-9315335B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529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rPr>
              <a:t>Check the date before recording a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72F9A0-61CB-447A-8B88-9A1CE98A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754DC9-F136-48E5-9914-383CD05B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244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E293B"/>
                </a:solidFill>
                <a:latin typeface="Helvetica Neue"/>
                <a:ea typeface="Helvetica Neue"/>
                <a:cs typeface="Helvetica Neue"/>
              </a:rPr>
              <a:t>Save and check the success message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BC8E5B-4CBC-4093-869E-D3AE0462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3429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08988B-2C2E-4B7A-949B-2AF42005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481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Safe practice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9936DE-7D1B-4ACD-8A85-5F9CAFAE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362450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State the class and date when reviewing attendance with another teacher.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D46534-4069-4CA4-95E8-5D62462D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SCHOOL ADMINISTRATION PLATFORM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5980E5-7E7F-4618-BA70-86146D79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092942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501CA7-E723-4F36-B0B8-30305E28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MONITORING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4F122-F4E5-45FC-9A8C-00163165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Reports turn daily entries into class information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482B4-6125-4FAF-BFCD-586B7E2F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AA5196-340C-48B0-AD05-BCA55287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Available filters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13141C-0F4F-4BCF-8E91-9D2A6D02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3429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Academic year</a:t>
            </a:r>
          </a:p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Class</a:t>
            </a:r>
          </a:p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Start and end dates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FF51B0-7DC3-4C3F-9F12-8311649F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4310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7D0BE7-AF78-41DF-B896-9526C3B8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431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Useful results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2BA41-84A0-42EA-B833-A5DF98C1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76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Student report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5E8A14-1CC0-4DFE-8B6D-951B0B6E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Review attendance status across the selected date range.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AAB4E7-5234-49C3-95CF-582C5293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38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Excel export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740FF1-4DCB-476F-8F8D-8FE22C08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195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Use the data for administration or further reporting.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8F35BF-08D9-4A42-B79C-821FF59F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006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Class Summary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3F352C-3B36-417F-A261-3C654A94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1816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Review class attendance in a separate summary 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C48352-B08F-4A3E-A70A-9D268908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SCHOOL ADMINISTRATION PLATFORM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E2A25A-37B8-4934-A1F0-F5DDEF34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308113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7FBE54-810F-45E0-BBD9-4C2E1465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Short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6D24A-2BB3-45FA-A4FC-D358F1DC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5B4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5B4FC"/>
                </a:solidFill>
                <a:latin typeface="Helvetica Neue"/>
                <a:ea typeface="Helvetica Neue"/>
                <a:cs typeface="Helvetica Neue"/>
              </a:rPr>
              <a:t>One class, one date, one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F5476-BC27-4159-B615-56D256CE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10FE2-36F5-4364-B58A-F81F96BF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0002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Sign in as a teacher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B1BD9-ED52-4A18-97C6-59AB7770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193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Show the profile and main menu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7C9B4-58EB-4264-A618-45005F1C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21B7F-6F70-41D5-AAC4-5912B900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218535-8CD3-4ED9-8FE3-DB0E71D7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9527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Open Initial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F8803C-2216-417A-AB3E-14BC21AB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718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Show students and class assignments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D0B0E8-B38D-4039-824E-AC29426A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5CED28-ECE0-4051-B3B8-C8D3C0C5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5B4F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894B2B-90D1-4C0F-AAD7-805A7945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052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Enter attendance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2882F9-84E5-41E1-8629-EE717D42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243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Select a class and date, then save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59488F-A7A4-487F-A6D4-A13EC7AC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F6547B-7372-4C21-A4DF-EA50A630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781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6EFA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86EFAC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839BE8-BF1A-406E-A7C8-B909A5E8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577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Open Reports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5444ED-142F-4EC0-8117-8C7FFE37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768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CBD5E1"/>
                </a:solidFill>
                <a:latin typeface="Helvetica Neue"/>
                <a:ea typeface="Helvetica Neue"/>
                <a:cs typeface="Helvetica Neue"/>
              </a:rPr>
              <a:t>Filter the period and download results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A294C6-F244-409F-A2D9-C7D73B51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DE6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DE68A"/>
                </a:solidFill>
                <a:latin typeface="Helvetica Neue"/>
                <a:ea typeface="Helvetica Neue"/>
                <a:cs typeface="Helvetica Neue"/>
              </a:rPr>
              <a:t>Use sample records. Avoid changing school data that is currently in use.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22C255-59C1-4891-B2DE-219E02DE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4A3B8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034462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3723CD-29D2-4B61-869B-8220EC61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71F84B-9845-47DE-8119-FC9262A0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Start with one class for one week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210B9-B084-49DC-9944-DC5655F7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6D1E34-7F48-44BD-8A12-687137DD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5755D9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991F51-7E24-452B-9083-EC360DA0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002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Confirm the Initial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A30039-6043-4D0C-B76E-D82C1FF3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193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Review the academic year, attendance types, and student list.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3E2D67-F300-481E-9E1A-D4B7676D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F657B2-DF2F-4CE9-88CC-E92EAD82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48BC86-B9E5-4D3A-9F7A-A4C049C6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909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Use attendance during a real class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02C32E-FECB-430F-A287-B85BDAFF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100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Note any problems that appear while the class is in progress.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5D9B03-6177-4FCE-8B80-1BC2B941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C1B8CB-3C3E-4B69-80D8-D0F6B13F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D5B5FF-7602-4BE7-8EA3-2831AFF9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815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Review the report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874FE7-C6D3-401F-84CA-9F66E9DD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006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Agree on workflow changes before expanding usage.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BD3775-204B-4619-BD60-0F6BB426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24050"/>
            <a:ext cx="1809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55D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05D72A-58F1-4BAC-8AF2-4E14B2D2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860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Discussion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E4F4E9-FB2A-4AE2-AD50-43E75823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52750"/>
            <a:ext cx="133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Is the workflow clear?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What causes delays?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Which reports matter most?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7718F4-74DB-4AC2-B869-0AE10EBC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SCHOOL ADMINISTRATION PLATFORM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F632DD-DF0B-43DF-B3BD-DCC01A93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389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970451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2026-09-05T02:20:57.1110000Z</dcterms:created>
  <dcterms:modified xsi:type="dcterms:W3CDTF">2026-09-05T02:20:57.1110000Z</dcterms:modified>
</coreProperties>
</file>